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654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900" dirty="0"/>
              <a:t>‹#›</a:t>
            </a:fld>
            <a:endParaRPr spc="-9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900" dirty="0"/>
              <a:t>‹#›</a:t>
            </a:fld>
            <a:endParaRPr spc="-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900" dirty="0"/>
              <a:t>‹#›</a:t>
            </a:fld>
            <a:endParaRPr spc="-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900" dirty="0"/>
              <a:t>‹#›</a:t>
            </a:fld>
            <a:endParaRPr spc="-9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AAD6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684826" y="3893201"/>
            <a:ext cx="7450455" cy="1733550"/>
          </a:xfrm>
          <a:custGeom>
            <a:avLst/>
            <a:gdLst/>
            <a:ahLst/>
            <a:cxnLst/>
            <a:rect l="l" t="t" r="r" b="b"/>
            <a:pathLst>
              <a:path w="7450455" h="1733550">
                <a:moveTo>
                  <a:pt x="0" y="0"/>
                </a:moveTo>
                <a:lnTo>
                  <a:pt x="7450293" y="0"/>
                </a:lnTo>
                <a:lnTo>
                  <a:pt x="7450293" y="1733252"/>
                </a:lnTo>
                <a:lnTo>
                  <a:pt x="0" y="1733252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1B20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900" dirty="0"/>
              <a:t>‹#›</a:t>
            </a:fld>
            <a:endParaRPr spc="-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2013" y="-43062"/>
            <a:ext cx="16763972" cy="2134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9005" y="2529893"/>
            <a:ext cx="15994380" cy="6673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5509239" y="9819375"/>
            <a:ext cx="989330" cy="318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719921" y="9840912"/>
            <a:ext cx="405765" cy="464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900" dirty="0"/>
              <a:t>‹#›</a:t>
            </a:fld>
            <a:endParaRPr spc="-9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.jp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9.png"/><Relationship Id="rId18" Type="http://schemas.openxmlformats.org/officeDocument/2006/relationships/image" Target="../media/image2.jp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8.png"/><Relationship Id="rId17" Type="http://schemas.openxmlformats.org/officeDocument/2006/relationships/image" Target="../media/image31.png"/><Relationship Id="rId2" Type="http://schemas.openxmlformats.org/officeDocument/2006/relationships/image" Target="../media/image11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5.png"/><Relationship Id="rId5" Type="http://schemas.openxmlformats.org/officeDocument/2006/relationships/image" Target="../media/image14.png"/><Relationship Id="rId15" Type="http://schemas.openxmlformats.org/officeDocument/2006/relationships/image" Target="../media/image30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2.jpg"/><Relationship Id="rId5" Type="http://schemas.openxmlformats.org/officeDocument/2006/relationships/image" Target="../media/image45.png"/><Relationship Id="rId10" Type="http://schemas.openxmlformats.org/officeDocument/2006/relationships/image" Target="../media/image50.jp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8288001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18288001" y="0"/>
                  </a:lnTo>
                  <a:lnTo>
                    <a:pt x="18288001" y="10287000"/>
                  </a:lnTo>
                  <a:close/>
                </a:path>
              </a:pathLst>
            </a:custGeom>
            <a:solidFill>
              <a:srgbClr val="AAD6D4">
                <a:alpha val="28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7232" y="6172960"/>
              <a:ext cx="7035800" cy="850900"/>
            </a:xfrm>
            <a:custGeom>
              <a:avLst/>
              <a:gdLst/>
              <a:ahLst/>
              <a:cxnLst/>
              <a:rect l="l" t="t" r="r" b="b"/>
              <a:pathLst>
                <a:path w="7035800" h="850900">
                  <a:moveTo>
                    <a:pt x="7035678" y="850795"/>
                  </a:moveTo>
                  <a:lnTo>
                    <a:pt x="0" y="850795"/>
                  </a:lnTo>
                  <a:lnTo>
                    <a:pt x="0" y="0"/>
                  </a:lnTo>
                  <a:lnTo>
                    <a:pt x="7035678" y="0"/>
                  </a:lnTo>
                  <a:lnTo>
                    <a:pt x="7035678" y="850795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7564" y="6172960"/>
              <a:ext cx="7034530" cy="847725"/>
            </a:xfrm>
            <a:custGeom>
              <a:avLst/>
              <a:gdLst/>
              <a:ahLst/>
              <a:cxnLst/>
              <a:rect l="l" t="t" r="r" b="b"/>
              <a:pathLst>
                <a:path w="7034530" h="847725">
                  <a:moveTo>
                    <a:pt x="0" y="847724"/>
                  </a:moveTo>
                  <a:lnTo>
                    <a:pt x="0" y="0"/>
                  </a:lnTo>
                  <a:lnTo>
                    <a:pt x="7034292" y="0"/>
                  </a:lnTo>
                  <a:lnTo>
                    <a:pt x="7034291" y="847724"/>
                  </a:lnTo>
                </a:path>
              </a:pathLst>
            </a:custGeom>
            <a:ln w="57149">
              <a:solidFill>
                <a:srgbClr val="1B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551537"/>
              <a:ext cx="3771899" cy="7343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63220" y="2435018"/>
              <a:ext cx="8115299" cy="5416962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54532" y="3932673"/>
            <a:ext cx="812292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200" b="1" spc="-615" dirty="0">
                <a:solidFill>
                  <a:srgbClr val="1B2020"/>
                </a:solidFill>
                <a:latin typeface="Tahoma"/>
                <a:cs typeface="Tahoma"/>
              </a:rPr>
              <a:t>AI</a:t>
            </a:r>
            <a:r>
              <a:rPr sz="5200" b="1" spc="-850" dirty="0">
                <a:solidFill>
                  <a:srgbClr val="1B2020"/>
                </a:solidFill>
                <a:latin typeface="Tahoma"/>
                <a:cs typeface="Tahoma"/>
              </a:rPr>
              <a:t> </a:t>
            </a:r>
            <a:r>
              <a:rPr sz="5200" b="1" spc="495" dirty="0">
                <a:solidFill>
                  <a:srgbClr val="1B2020"/>
                </a:solidFill>
                <a:latin typeface="Tahoma"/>
                <a:cs typeface="Tahoma"/>
              </a:rPr>
              <a:t>-</a:t>
            </a:r>
            <a:r>
              <a:rPr sz="5200" b="1" spc="-535" dirty="0">
                <a:solidFill>
                  <a:srgbClr val="1B2020"/>
                </a:solidFill>
                <a:latin typeface="Tahoma"/>
                <a:cs typeface="Tahoma"/>
              </a:rPr>
              <a:t>ENABLED</a:t>
            </a:r>
            <a:r>
              <a:rPr sz="5200" b="1" spc="-844" dirty="0">
                <a:solidFill>
                  <a:srgbClr val="1B2020"/>
                </a:solidFill>
                <a:latin typeface="Tahoma"/>
                <a:cs typeface="Tahoma"/>
              </a:rPr>
              <a:t> </a:t>
            </a:r>
            <a:r>
              <a:rPr sz="5200" b="1" spc="-355" dirty="0">
                <a:solidFill>
                  <a:srgbClr val="1B2020"/>
                </a:solidFill>
                <a:latin typeface="Tahoma"/>
                <a:cs typeface="Tahoma"/>
              </a:rPr>
              <a:t>SMART</a:t>
            </a:r>
            <a:r>
              <a:rPr sz="5200" b="1" spc="-844" dirty="0">
                <a:solidFill>
                  <a:srgbClr val="1B2020"/>
                </a:solidFill>
                <a:latin typeface="Tahoma"/>
                <a:cs typeface="Tahoma"/>
              </a:rPr>
              <a:t> </a:t>
            </a:r>
            <a:r>
              <a:rPr sz="5200" b="1" spc="-495" dirty="0">
                <a:solidFill>
                  <a:srgbClr val="1B2020"/>
                </a:solidFill>
                <a:latin typeface="Tahoma"/>
                <a:cs typeface="Tahoma"/>
              </a:rPr>
              <a:t>O</a:t>
            </a:r>
            <a:r>
              <a:rPr sz="5200" b="1" spc="-530" dirty="0">
                <a:solidFill>
                  <a:srgbClr val="1B2020"/>
                </a:solidFill>
                <a:latin typeface="Tahoma"/>
                <a:cs typeface="Tahoma"/>
              </a:rPr>
              <a:t>FF</a:t>
            </a:r>
            <a:r>
              <a:rPr sz="5200" b="1" spc="-715" dirty="0">
                <a:solidFill>
                  <a:srgbClr val="1B2020"/>
                </a:solidFill>
                <a:latin typeface="Tahoma"/>
                <a:cs typeface="Tahoma"/>
              </a:rPr>
              <a:t>I</a:t>
            </a:r>
            <a:r>
              <a:rPr sz="5200" b="1" spc="-465" dirty="0">
                <a:solidFill>
                  <a:srgbClr val="1B2020"/>
                </a:solidFill>
                <a:latin typeface="Tahoma"/>
                <a:cs typeface="Tahoma"/>
              </a:rPr>
              <a:t>C</a:t>
            </a:r>
            <a:r>
              <a:rPr sz="5200" b="1" spc="-215" dirty="0">
                <a:solidFill>
                  <a:srgbClr val="1B2020"/>
                </a:solidFill>
                <a:latin typeface="Tahoma"/>
                <a:cs typeface="Tahoma"/>
              </a:rPr>
              <a:t>E</a:t>
            </a:r>
            <a:endParaRPr sz="52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719921" y="9840912"/>
            <a:ext cx="26035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z="2700" spc="-50" dirty="0">
                <a:latin typeface="Verdana"/>
                <a:cs typeface="Verdana"/>
              </a:rPr>
              <a:t>1</a:t>
            </a:fld>
            <a:endParaRPr sz="27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4532" y="4487248"/>
            <a:ext cx="8601075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200" b="1" spc="-425" dirty="0">
                <a:solidFill>
                  <a:srgbClr val="1B2020"/>
                </a:solidFill>
                <a:latin typeface="Tahoma"/>
                <a:cs typeface="Tahoma"/>
              </a:rPr>
              <a:t>SYSTEM</a:t>
            </a:r>
            <a:r>
              <a:rPr sz="5200" b="1" spc="-800" dirty="0">
                <a:solidFill>
                  <a:srgbClr val="1B2020"/>
                </a:solidFill>
                <a:latin typeface="Tahoma"/>
                <a:cs typeface="Tahoma"/>
              </a:rPr>
              <a:t> </a:t>
            </a:r>
            <a:r>
              <a:rPr sz="5200" b="1" spc="-640" dirty="0">
                <a:solidFill>
                  <a:srgbClr val="1B2020"/>
                </a:solidFill>
                <a:latin typeface="Tahoma"/>
                <a:cs typeface="Tahoma"/>
              </a:rPr>
              <a:t>W</a:t>
            </a:r>
            <a:r>
              <a:rPr sz="5200" b="1" spc="-850" dirty="0">
                <a:solidFill>
                  <a:srgbClr val="1B2020"/>
                </a:solidFill>
                <a:latin typeface="Tahoma"/>
                <a:cs typeface="Tahoma"/>
              </a:rPr>
              <a:t>I</a:t>
            </a:r>
            <a:r>
              <a:rPr sz="5200" b="1" spc="-655" dirty="0">
                <a:solidFill>
                  <a:srgbClr val="1B2020"/>
                </a:solidFill>
                <a:latin typeface="Tahoma"/>
                <a:cs typeface="Tahoma"/>
              </a:rPr>
              <a:t>T</a:t>
            </a:r>
            <a:r>
              <a:rPr sz="5200" b="1" spc="-350" dirty="0">
                <a:solidFill>
                  <a:srgbClr val="1B2020"/>
                </a:solidFill>
                <a:latin typeface="Tahoma"/>
                <a:cs typeface="Tahoma"/>
              </a:rPr>
              <a:t>H</a:t>
            </a:r>
            <a:r>
              <a:rPr sz="5200" b="1" spc="-800" dirty="0">
                <a:solidFill>
                  <a:srgbClr val="1B2020"/>
                </a:solidFill>
                <a:latin typeface="Tahoma"/>
                <a:cs typeface="Tahoma"/>
              </a:rPr>
              <a:t> </a:t>
            </a:r>
            <a:r>
              <a:rPr sz="5200" b="1" spc="-240" dirty="0">
                <a:solidFill>
                  <a:srgbClr val="1B2020"/>
                </a:solidFill>
                <a:latin typeface="Tahoma"/>
                <a:cs typeface="Tahoma"/>
              </a:rPr>
              <a:t>CLOUD-</a:t>
            </a:r>
            <a:r>
              <a:rPr sz="5200" b="1" spc="-425" dirty="0">
                <a:solidFill>
                  <a:srgbClr val="1B2020"/>
                </a:solidFill>
                <a:latin typeface="Tahoma"/>
                <a:cs typeface="Tahoma"/>
              </a:rPr>
              <a:t>BASED</a:t>
            </a:r>
            <a:endParaRPr sz="5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4532" y="5041822"/>
            <a:ext cx="677037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200" b="1" spc="-515" dirty="0">
                <a:solidFill>
                  <a:srgbClr val="1B2020"/>
                </a:solidFill>
                <a:latin typeface="Tahoma"/>
                <a:cs typeface="Tahoma"/>
              </a:rPr>
              <a:t>ENERGY</a:t>
            </a:r>
            <a:r>
              <a:rPr sz="5200" b="1" spc="-830" dirty="0">
                <a:solidFill>
                  <a:srgbClr val="1B2020"/>
                </a:solidFill>
                <a:latin typeface="Tahoma"/>
                <a:cs typeface="Tahoma"/>
              </a:rPr>
              <a:t> </a:t>
            </a:r>
            <a:r>
              <a:rPr sz="5200" b="1" spc="-570" dirty="0">
                <a:solidFill>
                  <a:srgbClr val="1B2020"/>
                </a:solidFill>
                <a:latin typeface="Tahoma"/>
                <a:cs typeface="Tahoma"/>
              </a:rPr>
              <a:t>O</a:t>
            </a:r>
            <a:r>
              <a:rPr sz="5200" b="1" spc="-600" dirty="0">
                <a:solidFill>
                  <a:srgbClr val="1B2020"/>
                </a:solidFill>
                <a:latin typeface="Tahoma"/>
                <a:cs typeface="Tahoma"/>
              </a:rPr>
              <a:t>P</a:t>
            </a:r>
            <a:r>
              <a:rPr sz="5200" b="1" spc="-595" dirty="0">
                <a:solidFill>
                  <a:srgbClr val="1B2020"/>
                </a:solidFill>
                <a:latin typeface="Tahoma"/>
                <a:cs typeface="Tahoma"/>
              </a:rPr>
              <a:t>T</a:t>
            </a:r>
            <a:r>
              <a:rPr sz="5200" b="1" spc="-790" dirty="0">
                <a:solidFill>
                  <a:srgbClr val="1B2020"/>
                </a:solidFill>
                <a:latin typeface="Tahoma"/>
                <a:cs typeface="Tahoma"/>
              </a:rPr>
              <a:t>I</a:t>
            </a:r>
            <a:r>
              <a:rPr sz="5200" b="1" spc="-575" dirty="0">
                <a:solidFill>
                  <a:srgbClr val="1B2020"/>
                </a:solidFill>
                <a:latin typeface="Tahoma"/>
                <a:cs typeface="Tahoma"/>
              </a:rPr>
              <a:t>M</a:t>
            </a:r>
            <a:r>
              <a:rPr sz="5200" b="1" spc="-790" dirty="0">
                <a:solidFill>
                  <a:srgbClr val="1B2020"/>
                </a:solidFill>
                <a:latin typeface="Tahoma"/>
                <a:cs typeface="Tahoma"/>
              </a:rPr>
              <a:t>I</a:t>
            </a:r>
            <a:r>
              <a:rPr sz="5200" b="1" spc="-600" dirty="0">
                <a:solidFill>
                  <a:srgbClr val="1B2020"/>
                </a:solidFill>
                <a:latin typeface="Tahoma"/>
                <a:cs typeface="Tahoma"/>
              </a:rPr>
              <a:t>Z</a:t>
            </a:r>
            <a:r>
              <a:rPr sz="5200" b="1" spc="-565" dirty="0">
                <a:solidFill>
                  <a:srgbClr val="1B2020"/>
                </a:solidFill>
                <a:latin typeface="Tahoma"/>
                <a:cs typeface="Tahoma"/>
              </a:rPr>
              <a:t>A</a:t>
            </a:r>
            <a:r>
              <a:rPr sz="5200" b="1" spc="-595" dirty="0">
                <a:solidFill>
                  <a:srgbClr val="1B2020"/>
                </a:solidFill>
                <a:latin typeface="Tahoma"/>
                <a:cs typeface="Tahoma"/>
              </a:rPr>
              <a:t>T</a:t>
            </a:r>
            <a:r>
              <a:rPr sz="5200" b="1" spc="-790" dirty="0">
                <a:solidFill>
                  <a:srgbClr val="1B2020"/>
                </a:solidFill>
                <a:latin typeface="Tahoma"/>
                <a:cs typeface="Tahoma"/>
              </a:rPr>
              <a:t>I</a:t>
            </a:r>
            <a:r>
              <a:rPr sz="5200" b="1" spc="-570" dirty="0">
                <a:solidFill>
                  <a:srgbClr val="1B2020"/>
                </a:solidFill>
                <a:latin typeface="Tahoma"/>
                <a:cs typeface="Tahoma"/>
              </a:rPr>
              <a:t>O</a:t>
            </a:r>
            <a:r>
              <a:rPr sz="5200" b="1" spc="-290" dirty="0">
                <a:solidFill>
                  <a:srgbClr val="1B2020"/>
                </a:solidFill>
                <a:latin typeface="Tahoma"/>
                <a:cs typeface="Tahoma"/>
              </a:rPr>
              <a:t>N</a:t>
            </a:r>
            <a:endParaRPr sz="5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6139" y="6259500"/>
            <a:ext cx="6977380" cy="55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450" dirty="0">
                <a:solidFill>
                  <a:srgbClr val="1B2020"/>
                </a:solidFill>
                <a:latin typeface="Lucida Sans Unicode"/>
                <a:cs typeface="Lucida Sans Unicode"/>
              </a:rPr>
              <a:t>PROJECT</a:t>
            </a:r>
            <a:r>
              <a:rPr sz="3450" spc="-220" dirty="0">
                <a:solidFill>
                  <a:srgbClr val="1B2020"/>
                </a:solidFill>
                <a:latin typeface="Lucida Sans Unicode"/>
                <a:cs typeface="Lucida Sans Unicode"/>
              </a:rPr>
              <a:t> </a:t>
            </a:r>
            <a:r>
              <a:rPr sz="3450" spc="-200" dirty="0">
                <a:solidFill>
                  <a:srgbClr val="1B2020"/>
                </a:solidFill>
                <a:latin typeface="Lucida Sans Unicode"/>
                <a:cs typeface="Lucida Sans Unicode"/>
              </a:rPr>
              <a:t>ID</a:t>
            </a:r>
            <a:r>
              <a:rPr sz="3450" spc="-220" dirty="0">
                <a:solidFill>
                  <a:srgbClr val="1B2020"/>
                </a:solidFill>
                <a:latin typeface="Lucida Sans Unicode"/>
                <a:cs typeface="Lucida Sans Unicode"/>
              </a:rPr>
              <a:t> </a:t>
            </a:r>
            <a:r>
              <a:rPr sz="3450" spc="-360" dirty="0">
                <a:solidFill>
                  <a:srgbClr val="1B2020"/>
                </a:solidFill>
                <a:latin typeface="Lucida Sans Unicode"/>
                <a:cs typeface="Lucida Sans Unicode"/>
              </a:rPr>
              <a:t>:</a:t>
            </a:r>
            <a:r>
              <a:rPr sz="3450" spc="-215" dirty="0">
                <a:solidFill>
                  <a:srgbClr val="1B2020"/>
                </a:solidFill>
                <a:latin typeface="Lucida Sans Unicode"/>
                <a:cs typeface="Lucida Sans Unicode"/>
              </a:rPr>
              <a:t> </a:t>
            </a:r>
            <a:r>
              <a:rPr sz="3450" spc="-204" dirty="0">
                <a:solidFill>
                  <a:srgbClr val="1B2020"/>
                </a:solidFill>
                <a:latin typeface="Lucida Sans Unicode"/>
                <a:cs typeface="Lucida Sans Unicode"/>
              </a:rPr>
              <a:t>25-</a:t>
            </a:r>
            <a:r>
              <a:rPr sz="3450" dirty="0">
                <a:solidFill>
                  <a:srgbClr val="1B2020"/>
                </a:solidFill>
                <a:latin typeface="Lucida Sans Unicode"/>
                <a:cs typeface="Lucida Sans Unicode"/>
              </a:rPr>
              <a:t>26J-</a:t>
            </a:r>
            <a:r>
              <a:rPr sz="3450" spc="-25" dirty="0">
                <a:solidFill>
                  <a:srgbClr val="1B2020"/>
                </a:solidFill>
                <a:latin typeface="Lucida Sans Unicode"/>
                <a:cs typeface="Lucida Sans Unicode"/>
              </a:rPr>
              <a:t>034</a:t>
            </a:r>
            <a:endParaRPr sz="3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940550" cy="10287000"/>
            <a:chOff x="0" y="0"/>
            <a:chExt cx="694055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938337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6940550" cy="10287000"/>
            </a:xfrm>
            <a:custGeom>
              <a:avLst/>
              <a:gdLst/>
              <a:ahLst/>
              <a:cxnLst/>
              <a:rect l="l" t="t" r="r" b="b"/>
              <a:pathLst>
                <a:path w="6940550" h="10287000">
                  <a:moveTo>
                    <a:pt x="6940015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6940015" y="0"/>
                  </a:lnTo>
                  <a:lnTo>
                    <a:pt x="6940015" y="10286999"/>
                  </a:lnTo>
                  <a:close/>
                </a:path>
              </a:pathLst>
            </a:custGeom>
            <a:solidFill>
              <a:srgbClr val="AAD6D4">
                <a:alpha val="5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7438737" y="2126558"/>
            <a:ext cx="10425430" cy="6014720"/>
          </a:xfrm>
          <a:custGeom>
            <a:avLst/>
            <a:gdLst/>
            <a:ahLst/>
            <a:cxnLst/>
            <a:rect l="l" t="t" r="r" b="b"/>
            <a:pathLst>
              <a:path w="10425430" h="6014720">
                <a:moveTo>
                  <a:pt x="9939405" y="6014190"/>
                </a:moveTo>
                <a:lnTo>
                  <a:pt x="485775" y="6014190"/>
                </a:lnTo>
                <a:lnTo>
                  <a:pt x="437762" y="6011813"/>
                </a:lnTo>
                <a:lnTo>
                  <a:pt x="390562" y="6004769"/>
                </a:lnTo>
                <a:lnTo>
                  <a:pt x="344494" y="5993192"/>
                </a:lnTo>
                <a:lnTo>
                  <a:pt x="299876" y="5977212"/>
                </a:lnTo>
                <a:lnTo>
                  <a:pt x="257028" y="5956962"/>
                </a:lnTo>
                <a:lnTo>
                  <a:pt x="216266" y="5932574"/>
                </a:lnTo>
                <a:lnTo>
                  <a:pt x="177911" y="5904179"/>
                </a:lnTo>
                <a:lnTo>
                  <a:pt x="142280" y="5871909"/>
                </a:lnTo>
                <a:lnTo>
                  <a:pt x="110010" y="5836279"/>
                </a:lnTo>
                <a:lnTo>
                  <a:pt x="81615" y="5797923"/>
                </a:lnTo>
                <a:lnTo>
                  <a:pt x="57227" y="5757162"/>
                </a:lnTo>
                <a:lnTo>
                  <a:pt x="36977" y="5714313"/>
                </a:lnTo>
                <a:lnTo>
                  <a:pt x="20997" y="5669696"/>
                </a:lnTo>
                <a:lnTo>
                  <a:pt x="9420" y="5623628"/>
                </a:lnTo>
                <a:lnTo>
                  <a:pt x="2377" y="5576428"/>
                </a:lnTo>
                <a:lnTo>
                  <a:pt x="0" y="5528415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9939405" y="0"/>
                </a:lnTo>
                <a:lnTo>
                  <a:pt x="9987418" y="2377"/>
                </a:lnTo>
                <a:lnTo>
                  <a:pt x="10034618" y="9420"/>
                </a:lnTo>
                <a:lnTo>
                  <a:pt x="10080686" y="20997"/>
                </a:lnTo>
                <a:lnTo>
                  <a:pt x="10125303" y="36977"/>
                </a:lnTo>
                <a:lnTo>
                  <a:pt x="10168152" y="57227"/>
                </a:lnTo>
                <a:lnTo>
                  <a:pt x="10208913" y="81615"/>
                </a:lnTo>
                <a:lnTo>
                  <a:pt x="10247268" y="110010"/>
                </a:lnTo>
                <a:lnTo>
                  <a:pt x="10282899" y="142280"/>
                </a:lnTo>
                <a:lnTo>
                  <a:pt x="10315169" y="177911"/>
                </a:lnTo>
                <a:lnTo>
                  <a:pt x="10343564" y="216266"/>
                </a:lnTo>
                <a:lnTo>
                  <a:pt x="10367952" y="257028"/>
                </a:lnTo>
                <a:lnTo>
                  <a:pt x="10388202" y="299876"/>
                </a:lnTo>
                <a:lnTo>
                  <a:pt x="10404182" y="344494"/>
                </a:lnTo>
                <a:lnTo>
                  <a:pt x="10415760" y="390562"/>
                </a:lnTo>
                <a:lnTo>
                  <a:pt x="10422803" y="437762"/>
                </a:lnTo>
                <a:lnTo>
                  <a:pt x="10425180" y="485775"/>
                </a:lnTo>
                <a:lnTo>
                  <a:pt x="10425180" y="5528415"/>
                </a:lnTo>
                <a:lnTo>
                  <a:pt x="10422803" y="5576428"/>
                </a:lnTo>
                <a:lnTo>
                  <a:pt x="10415760" y="5623628"/>
                </a:lnTo>
                <a:lnTo>
                  <a:pt x="10404182" y="5669696"/>
                </a:lnTo>
                <a:lnTo>
                  <a:pt x="10388202" y="5714313"/>
                </a:lnTo>
                <a:lnTo>
                  <a:pt x="10367952" y="5757162"/>
                </a:lnTo>
                <a:lnTo>
                  <a:pt x="10343564" y="5797923"/>
                </a:lnTo>
                <a:lnTo>
                  <a:pt x="10315169" y="5836279"/>
                </a:lnTo>
                <a:lnTo>
                  <a:pt x="10282899" y="5871909"/>
                </a:lnTo>
                <a:lnTo>
                  <a:pt x="10247268" y="5904179"/>
                </a:lnTo>
                <a:lnTo>
                  <a:pt x="10208913" y="5932574"/>
                </a:lnTo>
                <a:lnTo>
                  <a:pt x="10168152" y="5956962"/>
                </a:lnTo>
                <a:lnTo>
                  <a:pt x="10125303" y="5977212"/>
                </a:lnTo>
                <a:lnTo>
                  <a:pt x="10080686" y="5993192"/>
                </a:lnTo>
                <a:lnTo>
                  <a:pt x="10034618" y="6004769"/>
                </a:lnTo>
                <a:lnTo>
                  <a:pt x="9987418" y="6011813"/>
                </a:lnTo>
                <a:lnTo>
                  <a:pt x="9939405" y="6014190"/>
                </a:lnTo>
                <a:close/>
              </a:path>
            </a:pathLst>
          </a:custGeom>
          <a:solidFill>
            <a:srgbClr val="AAD6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4357" rIns="0" bIns="0" rtlCol="0">
            <a:spAutoFit/>
          </a:bodyPr>
          <a:lstStyle/>
          <a:p>
            <a:pPr marL="7776209">
              <a:lnSpc>
                <a:spcPct val="100000"/>
              </a:lnSpc>
              <a:spcBef>
                <a:spcPts val="130"/>
              </a:spcBef>
            </a:pPr>
            <a:r>
              <a:rPr sz="8150" b="1" spc="400" dirty="0">
                <a:solidFill>
                  <a:srgbClr val="1B2020"/>
                </a:solidFill>
                <a:latin typeface="Trebuchet MS"/>
                <a:cs typeface="Trebuchet MS"/>
              </a:rPr>
              <a:t>Introduction</a:t>
            </a:r>
            <a:endParaRPr sz="81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22511" y="2218366"/>
            <a:ext cx="9808845" cy="57359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702945" indent="93980">
              <a:lnSpc>
                <a:spcPct val="111000"/>
              </a:lnSpc>
              <a:spcBef>
                <a:spcPts val="90"/>
              </a:spcBef>
            </a:pPr>
            <a:r>
              <a:rPr sz="2250" spc="140" dirty="0">
                <a:latin typeface="Trebuchet MS"/>
                <a:cs typeface="Trebuchet MS"/>
              </a:rPr>
              <a:t>This</a:t>
            </a:r>
            <a:r>
              <a:rPr sz="2250" spc="204" dirty="0">
                <a:latin typeface="Trebuchet MS"/>
                <a:cs typeface="Trebuchet MS"/>
              </a:rPr>
              <a:t> </a:t>
            </a:r>
            <a:r>
              <a:rPr sz="2250" spc="145" dirty="0">
                <a:latin typeface="Trebuchet MS"/>
                <a:cs typeface="Trebuchet MS"/>
              </a:rPr>
              <a:t>project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250" dirty="0">
                <a:latin typeface="Trebuchet MS"/>
                <a:cs typeface="Trebuchet MS"/>
              </a:rPr>
              <a:t>proposes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25" dirty="0">
                <a:latin typeface="Trebuchet MS"/>
                <a:cs typeface="Trebuchet MS"/>
              </a:rPr>
              <a:t>an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275" dirty="0">
                <a:latin typeface="Trebuchet MS"/>
                <a:cs typeface="Trebuchet MS"/>
              </a:rPr>
              <a:t>AI-</a:t>
            </a:r>
            <a:r>
              <a:rPr sz="2250" spc="155" dirty="0">
                <a:latin typeface="Trebuchet MS"/>
                <a:cs typeface="Trebuchet MS"/>
              </a:rPr>
              <a:t>driven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80" dirty="0">
                <a:latin typeface="Trebuchet MS"/>
                <a:cs typeface="Trebuchet MS"/>
              </a:rPr>
              <a:t>smart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30" dirty="0">
                <a:latin typeface="Trebuchet MS"/>
                <a:cs typeface="Trebuchet MS"/>
              </a:rPr>
              <a:t>office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25" dirty="0">
                <a:latin typeface="Trebuchet MS"/>
                <a:cs typeface="Trebuchet MS"/>
              </a:rPr>
              <a:t>intelligence </a:t>
            </a:r>
            <a:r>
              <a:rPr sz="2250" spc="250" dirty="0">
                <a:latin typeface="Trebuchet MS"/>
                <a:cs typeface="Trebuchet MS"/>
              </a:rPr>
              <a:t>system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25" dirty="0">
                <a:latin typeface="Trebuchet MS"/>
                <a:cs typeface="Trebuchet MS"/>
              </a:rPr>
              <a:t>that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204" dirty="0">
                <a:latin typeface="Trebuchet MS"/>
                <a:cs typeface="Trebuchet MS"/>
              </a:rPr>
              <a:t>improves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200" dirty="0">
                <a:latin typeface="Trebuchet MS"/>
                <a:cs typeface="Trebuchet MS"/>
              </a:rPr>
              <a:t>employee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180" dirty="0">
                <a:latin typeface="Trebuchet MS"/>
                <a:cs typeface="Trebuchet MS"/>
              </a:rPr>
              <a:t>productivity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185" dirty="0">
                <a:latin typeface="Trebuchet MS"/>
                <a:cs typeface="Trebuchet MS"/>
              </a:rPr>
              <a:t>and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40" dirty="0">
                <a:latin typeface="Trebuchet MS"/>
                <a:cs typeface="Trebuchet MS"/>
              </a:rPr>
              <a:t>network</a:t>
            </a:r>
            <a:endParaRPr sz="2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250" spc="200" dirty="0">
                <a:latin typeface="Trebuchet MS"/>
                <a:cs typeface="Trebuchet MS"/>
              </a:rPr>
              <a:t>resource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05" dirty="0">
                <a:latin typeface="Trebuchet MS"/>
                <a:cs typeface="Trebuchet MS"/>
              </a:rPr>
              <a:t>utilization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75" dirty="0">
                <a:latin typeface="Trebuchet MS"/>
                <a:cs typeface="Trebuchet MS"/>
              </a:rPr>
              <a:t>through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60" dirty="0">
                <a:latin typeface="Trebuchet MS"/>
                <a:cs typeface="Trebuchet MS"/>
              </a:rPr>
              <a:t>integrated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85" dirty="0">
                <a:latin typeface="Trebuchet MS"/>
                <a:cs typeface="Trebuchet MS"/>
              </a:rPr>
              <a:t>machine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20" dirty="0">
                <a:latin typeface="Trebuchet MS"/>
                <a:cs typeface="Trebuchet MS"/>
              </a:rPr>
              <a:t>learning</a:t>
            </a:r>
            <a:endParaRPr sz="2250">
              <a:latin typeface="Trebuchet MS"/>
              <a:cs typeface="Trebuchet MS"/>
            </a:endParaRPr>
          </a:p>
          <a:p>
            <a:pPr marL="12700" marR="266065">
              <a:lnSpc>
                <a:spcPct val="111000"/>
              </a:lnSpc>
            </a:pPr>
            <a:r>
              <a:rPr sz="2250" spc="140" dirty="0">
                <a:latin typeface="Trebuchet MS"/>
                <a:cs typeface="Trebuchet MS"/>
              </a:rPr>
              <a:t>solutions.</a:t>
            </a:r>
            <a:r>
              <a:rPr sz="2250" spc="210" dirty="0">
                <a:latin typeface="Trebuchet MS"/>
                <a:cs typeface="Trebuchet MS"/>
              </a:rPr>
              <a:t> </a:t>
            </a:r>
            <a:r>
              <a:rPr sz="2250" spc="125" dirty="0">
                <a:latin typeface="Trebuchet MS"/>
                <a:cs typeface="Trebuchet MS"/>
              </a:rPr>
              <a:t>The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250" dirty="0">
                <a:latin typeface="Trebuchet MS"/>
                <a:cs typeface="Trebuchet MS"/>
              </a:rPr>
              <a:t>system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70" dirty="0">
                <a:latin typeface="Trebuchet MS"/>
                <a:cs typeface="Trebuchet MS"/>
              </a:rPr>
              <a:t>analyzes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200" dirty="0">
                <a:latin typeface="Trebuchet MS"/>
                <a:cs typeface="Trebuchet MS"/>
              </a:rPr>
              <a:t>employee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50" dirty="0">
                <a:latin typeface="Trebuchet MS"/>
                <a:cs typeface="Trebuchet MS"/>
              </a:rPr>
              <a:t>activities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125" dirty="0">
                <a:latin typeface="Trebuchet MS"/>
                <a:cs typeface="Trebuchet MS"/>
              </a:rPr>
              <a:t>to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60" dirty="0">
                <a:latin typeface="Trebuchet MS"/>
                <a:cs typeface="Trebuchet MS"/>
              </a:rPr>
              <a:t>generate </a:t>
            </a:r>
            <a:r>
              <a:rPr sz="2250" spc="275" dirty="0">
                <a:latin typeface="Trebuchet MS"/>
                <a:cs typeface="Trebuchet MS"/>
              </a:rPr>
              <a:t>AI-</a:t>
            </a:r>
            <a:r>
              <a:rPr sz="2250" spc="245" dirty="0">
                <a:latin typeface="Trebuchet MS"/>
                <a:cs typeface="Trebuchet MS"/>
              </a:rPr>
              <a:t>based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85" dirty="0">
                <a:latin typeface="Trebuchet MS"/>
                <a:cs typeface="Trebuchet MS"/>
              </a:rPr>
              <a:t>performance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85" dirty="0">
                <a:latin typeface="Trebuchet MS"/>
                <a:cs typeface="Trebuchet MS"/>
              </a:rPr>
              <a:t>and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50" dirty="0">
                <a:latin typeface="Trebuchet MS"/>
                <a:cs typeface="Trebuchet MS"/>
              </a:rPr>
              <a:t>activity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25" dirty="0">
                <a:latin typeface="Trebuchet MS"/>
                <a:cs typeface="Trebuchet MS"/>
              </a:rPr>
              <a:t>reports,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90" dirty="0">
                <a:latin typeface="Trebuchet MS"/>
                <a:cs typeface="Trebuchet MS"/>
              </a:rPr>
              <a:t>monitors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45" dirty="0">
                <a:latin typeface="Trebuchet MS"/>
                <a:cs typeface="Trebuchet MS"/>
              </a:rPr>
              <a:t>workload</a:t>
            </a:r>
            <a:endParaRPr sz="2250">
              <a:latin typeface="Trebuchet MS"/>
              <a:cs typeface="Trebuchet MS"/>
            </a:endParaRPr>
          </a:p>
          <a:p>
            <a:pPr marL="12700" marR="5080">
              <a:lnSpc>
                <a:spcPct val="111000"/>
              </a:lnSpc>
            </a:pPr>
            <a:r>
              <a:rPr sz="2250" spc="180" dirty="0">
                <a:latin typeface="Trebuchet MS"/>
                <a:cs typeface="Trebuchet MS"/>
              </a:rPr>
              <a:t>patterns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25" dirty="0">
                <a:latin typeface="Trebuchet MS"/>
                <a:cs typeface="Trebuchet MS"/>
              </a:rPr>
              <a:t>to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215" dirty="0">
                <a:latin typeface="Trebuchet MS"/>
                <a:cs typeface="Trebuchet MS"/>
              </a:rPr>
              <a:t>support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180" dirty="0">
                <a:latin typeface="Trebuchet MS"/>
                <a:cs typeface="Trebuchet MS"/>
              </a:rPr>
              <a:t>real-</a:t>
            </a:r>
            <a:r>
              <a:rPr sz="2250" spc="135" dirty="0">
                <a:latin typeface="Trebuchet MS"/>
                <a:cs typeface="Trebuchet MS"/>
              </a:rPr>
              <a:t>time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225" dirty="0">
                <a:latin typeface="Trebuchet MS"/>
                <a:cs typeface="Trebuchet MS"/>
              </a:rPr>
              <a:t>stress </a:t>
            </a:r>
            <a:r>
              <a:rPr sz="2250" spc="160" dirty="0">
                <a:latin typeface="Trebuchet MS"/>
                <a:cs typeface="Trebuchet MS"/>
              </a:rPr>
              <a:t>management,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85" dirty="0">
                <a:latin typeface="Trebuchet MS"/>
                <a:cs typeface="Trebuchet MS"/>
              </a:rPr>
              <a:t>and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70" dirty="0">
                <a:latin typeface="Trebuchet MS"/>
                <a:cs typeface="Trebuchet MS"/>
              </a:rPr>
              <a:t>optimizes task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40" dirty="0">
                <a:latin typeface="Trebuchet MS"/>
                <a:cs typeface="Trebuchet MS"/>
              </a:rPr>
              <a:t>allocation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75" dirty="0">
                <a:latin typeface="Trebuchet MS"/>
                <a:cs typeface="Trebuchet MS"/>
              </a:rPr>
              <a:t>through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10" dirty="0">
                <a:latin typeface="Trebuchet MS"/>
                <a:cs typeface="Trebuchet MS"/>
              </a:rPr>
              <a:t>intelligent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70" dirty="0">
                <a:latin typeface="Trebuchet MS"/>
                <a:cs typeface="Trebuchet MS"/>
              </a:rPr>
              <a:t>task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95" dirty="0">
                <a:latin typeface="Trebuchet MS"/>
                <a:cs typeface="Trebuchet MS"/>
              </a:rPr>
              <a:t>scheduling</a:t>
            </a:r>
            <a:r>
              <a:rPr sz="2250" spc="210" dirty="0">
                <a:latin typeface="Trebuchet MS"/>
                <a:cs typeface="Trebuchet MS"/>
              </a:rPr>
              <a:t> </a:t>
            </a:r>
            <a:r>
              <a:rPr sz="2250" spc="160" dirty="0">
                <a:latin typeface="Trebuchet MS"/>
                <a:cs typeface="Trebuchet MS"/>
              </a:rPr>
              <a:t>and</a:t>
            </a:r>
            <a:endParaRPr sz="2250">
              <a:latin typeface="Trebuchet MS"/>
              <a:cs typeface="Trebuchet MS"/>
            </a:endParaRPr>
          </a:p>
          <a:p>
            <a:pPr marL="12700" marR="86360">
              <a:lnSpc>
                <a:spcPct val="111000"/>
              </a:lnSpc>
            </a:pPr>
            <a:r>
              <a:rPr sz="2250" spc="125" dirty="0">
                <a:latin typeface="Trebuchet MS"/>
                <a:cs typeface="Trebuchet MS"/>
              </a:rPr>
              <a:t>monitoring.</a:t>
            </a:r>
            <a:r>
              <a:rPr sz="2250" spc="210" dirty="0">
                <a:latin typeface="Trebuchet MS"/>
                <a:cs typeface="Trebuchet MS"/>
              </a:rPr>
              <a:t> </a:t>
            </a:r>
            <a:r>
              <a:rPr sz="2250" spc="229" dirty="0">
                <a:latin typeface="Trebuchet MS"/>
                <a:cs typeface="Trebuchet MS"/>
              </a:rPr>
              <a:t>Based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70" dirty="0">
                <a:latin typeface="Trebuchet MS"/>
                <a:cs typeface="Trebuchet MS"/>
              </a:rPr>
              <a:t>on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95" dirty="0">
                <a:latin typeface="Trebuchet MS"/>
                <a:cs typeface="Trebuchet MS"/>
              </a:rPr>
              <a:t>these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10" dirty="0">
                <a:latin typeface="Trebuchet MS"/>
                <a:cs typeface="Trebuchet MS"/>
              </a:rPr>
              <a:t>AI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30" dirty="0">
                <a:latin typeface="Trebuchet MS"/>
                <a:cs typeface="Trebuchet MS"/>
              </a:rPr>
              <a:t>insights,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35" dirty="0">
                <a:latin typeface="Trebuchet MS"/>
                <a:cs typeface="Trebuchet MS"/>
              </a:rPr>
              <a:t>the</a:t>
            </a:r>
            <a:r>
              <a:rPr sz="2250" spc="210" dirty="0">
                <a:latin typeface="Trebuchet MS"/>
                <a:cs typeface="Trebuchet MS"/>
              </a:rPr>
              <a:t> </a:t>
            </a:r>
            <a:r>
              <a:rPr sz="2250" spc="250" dirty="0">
                <a:latin typeface="Trebuchet MS"/>
                <a:cs typeface="Trebuchet MS"/>
              </a:rPr>
              <a:t>system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65" dirty="0">
                <a:latin typeface="Trebuchet MS"/>
                <a:cs typeface="Trebuchet MS"/>
              </a:rPr>
              <a:t>dynamically </a:t>
            </a:r>
            <a:r>
              <a:rPr sz="2250" spc="160" dirty="0">
                <a:latin typeface="Trebuchet MS"/>
                <a:cs typeface="Trebuchet MS"/>
              </a:rPr>
              <a:t>allocates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50" dirty="0">
                <a:latin typeface="Trebuchet MS"/>
                <a:cs typeface="Trebuchet MS"/>
              </a:rPr>
              <a:t>network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90" dirty="0">
                <a:latin typeface="Trebuchet MS"/>
                <a:cs typeface="Trebuchet MS"/>
              </a:rPr>
              <a:t>bandwidth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90" dirty="0">
                <a:latin typeface="Trebuchet MS"/>
                <a:cs typeface="Trebuchet MS"/>
              </a:rPr>
              <a:t>using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85" dirty="0">
                <a:latin typeface="Trebuchet MS"/>
                <a:cs typeface="Trebuchet MS"/>
              </a:rPr>
              <a:t>machine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30" dirty="0">
                <a:latin typeface="Trebuchet MS"/>
                <a:cs typeface="Trebuchet MS"/>
              </a:rPr>
              <a:t>learning</a:t>
            </a:r>
            <a:r>
              <a:rPr sz="2250" spc="215" dirty="0">
                <a:latin typeface="Trebuchet MS"/>
                <a:cs typeface="Trebuchet MS"/>
              </a:rPr>
              <a:t> models </a:t>
            </a:r>
            <a:r>
              <a:rPr sz="2250" spc="160" dirty="0">
                <a:latin typeface="Trebuchet MS"/>
                <a:cs typeface="Trebuchet MS"/>
              </a:rPr>
              <a:t>and </a:t>
            </a:r>
            <a:r>
              <a:rPr sz="2250" dirty="0">
                <a:latin typeface="Trebuchet MS"/>
                <a:cs typeface="Trebuchet MS"/>
              </a:rPr>
              <a:t>a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45" dirty="0">
                <a:latin typeface="Trebuchet MS"/>
                <a:cs typeface="Trebuchet MS"/>
              </a:rPr>
              <a:t>centralized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50" dirty="0">
                <a:latin typeface="Trebuchet MS"/>
                <a:cs typeface="Trebuchet MS"/>
              </a:rPr>
              <a:t>network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35" dirty="0">
                <a:latin typeface="Trebuchet MS"/>
                <a:cs typeface="Trebuchet MS"/>
              </a:rPr>
              <a:t>controller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00" dirty="0">
                <a:latin typeface="Trebuchet MS"/>
                <a:cs typeface="Trebuchet MS"/>
              </a:rPr>
              <a:t>with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300" dirty="0">
                <a:latin typeface="Trebuchet MS"/>
                <a:cs typeface="Trebuchet MS"/>
              </a:rPr>
              <a:t>QoS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05" dirty="0">
                <a:latin typeface="Trebuchet MS"/>
                <a:cs typeface="Trebuchet MS"/>
              </a:rPr>
              <a:t>or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390" dirty="0">
                <a:latin typeface="Trebuchet MS"/>
                <a:cs typeface="Trebuchet MS"/>
              </a:rPr>
              <a:t>SD-</a:t>
            </a:r>
            <a:r>
              <a:rPr sz="2250" spc="290" dirty="0">
                <a:latin typeface="Trebuchet MS"/>
                <a:cs typeface="Trebuchet MS"/>
              </a:rPr>
              <a:t>WAN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10" dirty="0">
                <a:latin typeface="Trebuchet MS"/>
                <a:cs typeface="Trebuchet MS"/>
              </a:rPr>
              <a:t>policies,</a:t>
            </a:r>
            <a:endParaRPr sz="2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250" spc="180" dirty="0">
                <a:latin typeface="Trebuchet MS"/>
                <a:cs typeface="Trebuchet MS"/>
              </a:rPr>
              <a:t>ensuring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25" dirty="0">
                <a:latin typeface="Trebuchet MS"/>
                <a:cs typeface="Trebuchet MS"/>
              </a:rPr>
              <a:t>that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235" dirty="0">
                <a:latin typeface="Trebuchet MS"/>
                <a:cs typeface="Trebuchet MS"/>
              </a:rPr>
              <a:t>high-</a:t>
            </a:r>
            <a:r>
              <a:rPr sz="2250" spc="135" dirty="0">
                <a:latin typeface="Trebuchet MS"/>
                <a:cs typeface="Trebuchet MS"/>
              </a:rPr>
              <a:t>priority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204" dirty="0">
                <a:latin typeface="Trebuchet MS"/>
                <a:cs typeface="Trebuchet MS"/>
              </a:rPr>
              <a:t>tasks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160" dirty="0">
                <a:latin typeface="Trebuchet MS"/>
                <a:cs typeface="Trebuchet MS"/>
              </a:rPr>
              <a:t>receive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145" dirty="0">
                <a:latin typeface="Trebuchet MS"/>
                <a:cs typeface="Trebuchet MS"/>
              </a:rPr>
              <a:t>sufficient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180" dirty="0">
                <a:latin typeface="Trebuchet MS"/>
                <a:cs typeface="Trebuchet MS"/>
              </a:rPr>
              <a:t>bandwidth</a:t>
            </a:r>
            <a:endParaRPr sz="2250">
              <a:latin typeface="Trebuchet MS"/>
              <a:cs typeface="Trebuchet MS"/>
            </a:endParaRPr>
          </a:p>
          <a:p>
            <a:pPr marL="12700" marR="55244">
              <a:lnSpc>
                <a:spcPct val="111000"/>
              </a:lnSpc>
            </a:pPr>
            <a:r>
              <a:rPr sz="2250" spc="90" dirty="0">
                <a:latin typeface="Trebuchet MS"/>
                <a:cs typeface="Trebuchet MS"/>
              </a:rPr>
              <a:t>while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85" dirty="0">
                <a:latin typeface="Trebuchet MS"/>
                <a:cs typeface="Trebuchet MS"/>
              </a:rPr>
              <a:t>reducing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70" dirty="0">
                <a:latin typeface="Trebuchet MS"/>
                <a:cs typeface="Trebuchet MS"/>
              </a:rPr>
              <a:t>congestion.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85" dirty="0">
                <a:latin typeface="Trebuchet MS"/>
                <a:cs typeface="Trebuchet MS"/>
              </a:rPr>
              <a:t>A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95" dirty="0">
                <a:latin typeface="Trebuchet MS"/>
                <a:cs typeface="Trebuchet MS"/>
              </a:rPr>
              <a:t>feedback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220" dirty="0">
                <a:latin typeface="Trebuchet MS"/>
                <a:cs typeface="Trebuchet MS"/>
              </a:rPr>
              <a:t>mechanism </a:t>
            </a:r>
            <a:r>
              <a:rPr sz="2250" spc="185" dirty="0">
                <a:latin typeface="Trebuchet MS"/>
                <a:cs typeface="Trebuchet MS"/>
              </a:rPr>
              <a:t>continuously </a:t>
            </a:r>
            <a:r>
              <a:rPr sz="2250" spc="170" dirty="0">
                <a:latin typeface="Trebuchet MS"/>
                <a:cs typeface="Trebuchet MS"/>
              </a:rPr>
              <a:t>evaluates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185" dirty="0">
                <a:latin typeface="Trebuchet MS"/>
                <a:cs typeface="Trebuchet MS"/>
              </a:rPr>
              <a:t>performance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85" dirty="0">
                <a:latin typeface="Trebuchet MS"/>
                <a:cs typeface="Trebuchet MS"/>
              </a:rPr>
              <a:t>and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150" dirty="0">
                <a:latin typeface="Trebuchet MS"/>
                <a:cs typeface="Trebuchet MS"/>
              </a:rPr>
              <a:t>network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85" dirty="0">
                <a:latin typeface="Trebuchet MS"/>
                <a:cs typeface="Trebuchet MS"/>
              </a:rPr>
              <a:t>quality,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155" dirty="0">
                <a:latin typeface="Trebuchet MS"/>
                <a:cs typeface="Trebuchet MS"/>
              </a:rPr>
              <a:t>enabling</a:t>
            </a:r>
            <a:r>
              <a:rPr sz="2250" spc="225" dirty="0">
                <a:latin typeface="Trebuchet MS"/>
                <a:cs typeface="Trebuchet MS"/>
              </a:rPr>
              <a:t> </a:t>
            </a:r>
            <a:r>
              <a:rPr sz="2250" spc="135" dirty="0">
                <a:latin typeface="Trebuchet MS"/>
                <a:cs typeface="Trebuchet MS"/>
              </a:rPr>
              <a:t>the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240" dirty="0">
                <a:latin typeface="Trebuchet MS"/>
                <a:cs typeface="Trebuchet MS"/>
              </a:rPr>
              <a:t>system </a:t>
            </a:r>
            <a:r>
              <a:rPr sz="2250" spc="125" dirty="0">
                <a:latin typeface="Trebuchet MS"/>
                <a:cs typeface="Trebuchet MS"/>
              </a:rPr>
              <a:t>to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95" dirty="0">
                <a:latin typeface="Trebuchet MS"/>
                <a:cs typeface="Trebuchet MS"/>
              </a:rPr>
              <a:t>adapt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85" dirty="0">
                <a:latin typeface="Trebuchet MS"/>
                <a:cs typeface="Trebuchet MS"/>
              </a:rPr>
              <a:t>and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85" dirty="0">
                <a:latin typeface="Trebuchet MS"/>
                <a:cs typeface="Trebuchet MS"/>
              </a:rPr>
              <a:t>improve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60" dirty="0">
                <a:latin typeface="Trebuchet MS"/>
                <a:cs typeface="Trebuchet MS"/>
              </a:rPr>
              <a:t>over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50" dirty="0">
                <a:latin typeface="Trebuchet MS"/>
                <a:cs typeface="Trebuchet MS"/>
              </a:rPr>
              <a:t>time,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45" dirty="0">
                <a:latin typeface="Trebuchet MS"/>
                <a:cs typeface="Trebuchet MS"/>
              </a:rPr>
              <a:t>resulting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55" dirty="0">
                <a:latin typeface="Trebuchet MS"/>
                <a:cs typeface="Trebuchet MS"/>
              </a:rPr>
              <a:t>in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dirty="0">
                <a:latin typeface="Trebuchet MS"/>
                <a:cs typeface="Trebuchet MS"/>
              </a:rPr>
              <a:t>a</a:t>
            </a:r>
            <a:r>
              <a:rPr sz="2250" spc="210" dirty="0">
                <a:latin typeface="Trebuchet MS"/>
                <a:cs typeface="Trebuchet MS"/>
              </a:rPr>
              <a:t> </a:t>
            </a:r>
            <a:r>
              <a:rPr sz="2250" spc="110" dirty="0">
                <a:latin typeface="Trebuchet MS"/>
                <a:cs typeface="Trebuchet MS"/>
              </a:rPr>
              <a:t>scalable,</a:t>
            </a:r>
            <a:endParaRPr sz="2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250" spc="80" dirty="0">
                <a:latin typeface="Trebuchet MS"/>
                <a:cs typeface="Trebuchet MS"/>
              </a:rPr>
              <a:t>intelligent,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85" dirty="0">
                <a:latin typeface="Trebuchet MS"/>
                <a:cs typeface="Trebuchet MS"/>
              </a:rPr>
              <a:t>and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270" dirty="0">
                <a:latin typeface="Trebuchet MS"/>
                <a:cs typeface="Trebuchet MS"/>
              </a:rPr>
              <a:t>closed-</a:t>
            </a:r>
            <a:r>
              <a:rPr sz="2250" spc="170" dirty="0">
                <a:latin typeface="Trebuchet MS"/>
                <a:cs typeface="Trebuchet MS"/>
              </a:rPr>
              <a:t>loop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80" dirty="0">
                <a:latin typeface="Trebuchet MS"/>
                <a:cs typeface="Trebuchet MS"/>
              </a:rPr>
              <a:t>smart</a:t>
            </a:r>
            <a:r>
              <a:rPr sz="2250" spc="220" dirty="0">
                <a:latin typeface="Trebuchet MS"/>
                <a:cs typeface="Trebuchet MS"/>
              </a:rPr>
              <a:t> </a:t>
            </a:r>
            <a:r>
              <a:rPr sz="2250" spc="130" dirty="0">
                <a:latin typeface="Trebuchet MS"/>
                <a:cs typeface="Trebuchet MS"/>
              </a:rPr>
              <a:t>office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204" dirty="0">
                <a:latin typeface="Trebuchet MS"/>
                <a:cs typeface="Trebuchet MS"/>
              </a:rPr>
              <a:t>management</a:t>
            </a:r>
            <a:r>
              <a:rPr sz="2250" spc="215" dirty="0">
                <a:latin typeface="Trebuchet MS"/>
                <a:cs typeface="Trebuchet MS"/>
              </a:rPr>
              <a:t> </a:t>
            </a:r>
            <a:r>
              <a:rPr sz="2250" spc="105" dirty="0">
                <a:latin typeface="Trebuchet MS"/>
                <a:cs typeface="Trebuchet MS"/>
              </a:rPr>
              <a:t>solution.</a:t>
            </a:r>
            <a:endParaRPr sz="225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551537"/>
            <a:ext cx="3771899" cy="73439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719921" y="9840912"/>
            <a:ext cx="26035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z="2700" spc="-50" dirty="0">
                <a:latin typeface="Verdana"/>
                <a:cs typeface="Verdana"/>
              </a:rPr>
              <a:t>2</a:t>
            </a:fld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75271" y="2053285"/>
            <a:ext cx="14864080" cy="7526020"/>
            <a:chOff x="2075271" y="2053285"/>
            <a:chExt cx="14864080" cy="7526020"/>
          </a:xfrm>
        </p:grpSpPr>
        <p:sp>
          <p:nvSpPr>
            <p:cNvPr id="3" name="object 3"/>
            <p:cNvSpPr/>
            <p:nvPr/>
          </p:nvSpPr>
          <p:spPr>
            <a:xfrm>
              <a:off x="2075271" y="2053285"/>
              <a:ext cx="14864080" cy="7526020"/>
            </a:xfrm>
            <a:custGeom>
              <a:avLst/>
              <a:gdLst/>
              <a:ahLst/>
              <a:cxnLst/>
              <a:rect l="l" t="t" r="r" b="b"/>
              <a:pathLst>
                <a:path w="14864080" h="7526020">
                  <a:moveTo>
                    <a:pt x="14378213" y="7525746"/>
                  </a:moveTo>
                  <a:lnTo>
                    <a:pt x="485774" y="7525746"/>
                  </a:lnTo>
                  <a:lnTo>
                    <a:pt x="437762" y="7523369"/>
                  </a:lnTo>
                  <a:lnTo>
                    <a:pt x="390562" y="7516326"/>
                  </a:lnTo>
                  <a:lnTo>
                    <a:pt x="344494" y="7504748"/>
                  </a:lnTo>
                  <a:lnTo>
                    <a:pt x="299876" y="7488768"/>
                  </a:lnTo>
                  <a:lnTo>
                    <a:pt x="257028" y="7468518"/>
                  </a:lnTo>
                  <a:lnTo>
                    <a:pt x="216266" y="7444130"/>
                  </a:lnTo>
                  <a:lnTo>
                    <a:pt x="177911" y="7415735"/>
                  </a:lnTo>
                  <a:lnTo>
                    <a:pt x="142280" y="7383465"/>
                  </a:lnTo>
                  <a:lnTo>
                    <a:pt x="110010" y="7347834"/>
                  </a:lnTo>
                  <a:lnTo>
                    <a:pt x="81615" y="7309479"/>
                  </a:lnTo>
                  <a:lnTo>
                    <a:pt x="57227" y="7268718"/>
                  </a:lnTo>
                  <a:lnTo>
                    <a:pt x="36977" y="7225869"/>
                  </a:lnTo>
                  <a:lnTo>
                    <a:pt x="20997" y="7181251"/>
                  </a:lnTo>
                  <a:lnTo>
                    <a:pt x="9420" y="7135184"/>
                  </a:lnTo>
                  <a:lnTo>
                    <a:pt x="2377" y="7087984"/>
                  </a:lnTo>
                  <a:lnTo>
                    <a:pt x="0" y="7039971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14378213" y="0"/>
                  </a:lnTo>
                  <a:lnTo>
                    <a:pt x="14426226" y="2377"/>
                  </a:lnTo>
                  <a:lnTo>
                    <a:pt x="14473426" y="9420"/>
                  </a:lnTo>
                  <a:lnTo>
                    <a:pt x="14519494" y="20997"/>
                  </a:lnTo>
                  <a:lnTo>
                    <a:pt x="14564111" y="36977"/>
                  </a:lnTo>
                  <a:lnTo>
                    <a:pt x="14606960" y="57227"/>
                  </a:lnTo>
                  <a:lnTo>
                    <a:pt x="14647721" y="81615"/>
                  </a:lnTo>
                  <a:lnTo>
                    <a:pt x="14686077" y="110010"/>
                  </a:lnTo>
                  <a:lnTo>
                    <a:pt x="14721708" y="142280"/>
                  </a:lnTo>
                  <a:lnTo>
                    <a:pt x="14753978" y="177911"/>
                  </a:lnTo>
                  <a:lnTo>
                    <a:pt x="14782372" y="216266"/>
                  </a:lnTo>
                  <a:lnTo>
                    <a:pt x="14806761" y="257028"/>
                  </a:lnTo>
                  <a:lnTo>
                    <a:pt x="14827011" y="299876"/>
                  </a:lnTo>
                  <a:lnTo>
                    <a:pt x="14842990" y="344494"/>
                  </a:lnTo>
                  <a:lnTo>
                    <a:pt x="14854568" y="390562"/>
                  </a:lnTo>
                  <a:lnTo>
                    <a:pt x="14861611" y="437762"/>
                  </a:lnTo>
                  <a:lnTo>
                    <a:pt x="14863988" y="485774"/>
                  </a:lnTo>
                  <a:lnTo>
                    <a:pt x="14863988" y="7039971"/>
                  </a:lnTo>
                  <a:lnTo>
                    <a:pt x="14861611" y="7087984"/>
                  </a:lnTo>
                  <a:lnTo>
                    <a:pt x="14854568" y="7135184"/>
                  </a:lnTo>
                  <a:lnTo>
                    <a:pt x="14842990" y="7181251"/>
                  </a:lnTo>
                  <a:lnTo>
                    <a:pt x="14827011" y="7225869"/>
                  </a:lnTo>
                  <a:lnTo>
                    <a:pt x="14806761" y="7268718"/>
                  </a:lnTo>
                  <a:lnTo>
                    <a:pt x="14782372" y="7309479"/>
                  </a:lnTo>
                  <a:lnTo>
                    <a:pt x="14753978" y="7347834"/>
                  </a:lnTo>
                  <a:lnTo>
                    <a:pt x="14721708" y="7383465"/>
                  </a:lnTo>
                  <a:lnTo>
                    <a:pt x="14686077" y="7415735"/>
                  </a:lnTo>
                  <a:lnTo>
                    <a:pt x="14647721" y="7444130"/>
                  </a:lnTo>
                  <a:lnTo>
                    <a:pt x="14606960" y="7468518"/>
                  </a:lnTo>
                  <a:lnTo>
                    <a:pt x="14564111" y="7488768"/>
                  </a:lnTo>
                  <a:lnTo>
                    <a:pt x="14519494" y="7504748"/>
                  </a:lnTo>
                  <a:lnTo>
                    <a:pt x="14473426" y="7516326"/>
                  </a:lnTo>
                  <a:lnTo>
                    <a:pt x="14426226" y="7523369"/>
                  </a:lnTo>
                  <a:lnTo>
                    <a:pt x="14378213" y="7525746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7905" y="2470915"/>
              <a:ext cx="111499" cy="1114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7905" y="3446539"/>
              <a:ext cx="111499" cy="1114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7905" y="4422163"/>
              <a:ext cx="111499" cy="111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7905" y="5397786"/>
              <a:ext cx="111499" cy="1114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7905" y="6373410"/>
              <a:ext cx="111499" cy="1114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7905" y="7349034"/>
              <a:ext cx="111499" cy="1114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7905" y="8324658"/>
              <a:ext cx="111499" cy="11149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4888" rIns="0" bIns="0" rtlCol="0">
            <a:spAutoFit/>
          </a:bodyPr>
          <a:lstStyle/>
          <a:p>
            <a:pPr marL="3149600">
              <a:lnSpc>
                <a:spcPct val="100000"/>
              </a:lnSpc>
              <a:spcBef>
                <a:spcPts val="120"/>
              </a:spcBef>
            </a:pPr>
            <a:r>
              <a:rPr sz="8450" b="1" spc="450" dirty="0">
                <a:solidFill>
                  <a:srgbClr val="1B2020"/>
                </a:solidFill>
                <a:latin typeface="Trebuchet MS"/>
                <a:cs typeface="Trebuchet MS"/>
              </a:rPr>
              <a:t>RESEARCH</a:t>
            </a:r>
            <a:r>
              <a:rPr sz="8450" b="1" spc="-74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8450" b="1" spc="340" dirty="0">
                <a:solidFill>
                  <a:srgbClr val="1B2020"/>
                </a:solidFill>
                <a:latin typeface="Trebuchet MS"/>
                <a:cs typeface="Trebuchet MS"/>
              </a:rPr>
              <a:t>PROBLEM</a:t>
            </a:r>
            <a:endParaRPr sz="84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90341" y="2211967"/>
            <a:ext cx="11886565" cy="6854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07034">
              <a:lnSpc>
                <a:spcPct val="110400"/>
              </a:lnSpc>
              <a:spcBef>
                <a:spcPts val="90"/>
              </a:spcBef>
            </a:pPr>
            <a:r>
              <a:rPr sz="2900" spc="204" dirty="0">
                <a:latin typeface="Trebuchet MS"/>
                <a:cs typeface="Trebuchet MS"/>
              </a:rPr>
              <a:t>Static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185" dirty="0">
                <a:latin typeface="Trebuchet MS"/>
                <a:cs typeface="Trebuchet MS"/>
              </a:rPr>
              <a:t>network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35" dirty="0">
                <a:latin typeface="Trebuchet MS"/>
                <a:cs typeface="Trebuchet MS"/>
              </a:rPr>
              <a:t>bandwidth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175" dirty="0">
                <a:latin typeface="Trebuchet MS"/>
                <a:cs typeface="Trebuchet MS"/>
              </a:rPr>
              <a:t>allocation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150" dirty="0">
                <a:latin typeface="Trebuchet MS"/>
                <a:cs typeface="Trebuchet MS"/>
              </a:rPr>
              <a:t>that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310" dirty="0">
                <a:latin typeface="Trebuchet MS"/>
                <a:cs typeface="Trebuchet MS"/>
              </a:rPr>
              <a:t>does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190" dirty="0">
                <a:latin typeface="Trebuchet MS"/>
                <a:cs typeface="Trebuchet MS"/>
              </a:rPr>
              <a:t>not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35" dirty="0">
                <a:latin typeface="Trebuchet MS"/>
                <a:cs typeface="Trebuchet MS"/>
              </a:rPr>
              <a:t>adapt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135" dirty="0">
                <a:latin typeface="Trebuchet MS"/>
                <a:cs typeface="Trebuchet MS"/>
              </a:rPr>
              <a:t>to </a:t>
            </a:r>
            <a:r>
              <a:rPr sz="2900" spc="225" dirty="0">
                <a:latin typeface="Trebuchet MS"/>
                <a:cs typeface="Trebuchet MS"/>
              </a:rPr>
              <a:t>real-</a:t>
            </a:r>
            <a:r>
              <a:rPr sz="2900" spc="155" dirty="0">
                <a:latin typeface="Trebuchet MS"/>
                <a:cs typeface="Trebuchet MS"/>
              </a:rPr>
              <a:t>time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245" dirty="0">
                <a:latin typeface="Trebuchet MS"/>
                <a:cs typeface="Trebuchet MS"/>
              </a:rPr>
              <a:t>employee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195" dirty="0">
                <a:latin typeface="Trebuchet MS"/>
                <a:cs typeface="Trebuchet MS"/>
              </a:rPr>
              <a:t>workload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135" dirty="0">
                <a:latin typeface="Trebuchet MS"/>
                <a:cs typeface="Trebuchet MS"/>
              </a:rPr>
              <a:t>or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204" dirty="0">
                <a:latin typeface="Trebuchet MS"/>
                <a:cs typeface="Trebuchet MS"/>
              </a:rPr>
              <a:t>task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160" dirty="0">
                <a:latin typeface="Trebuchet MS"/>
                <a:cs typeface="Trebuchet MS"/>
              </a:rPr>
              <a:t>priority</a:t>
            </a:r>
            <a:endParaRPr sz="2900">
              <a:latin typeface="Trebuchet MS"/>
              <a:cs typeface="Trebuchet MS"/>
            </a:endParaRPr>
          </a:p>
          <a:p>
            <a:pPr marL="12700" marR="137795">
              <a:lnSpc>
                <a:spcPct val="110400"/>
              </a:lnSpc>
            </a:pPr>
            <a:r>
              <a:rPr sz="2900" spc="195" dirty="0">
                <a:latin typeface="Trebuchet MS"/>
                <a:cs typeface="Trebuchet MS"/>
              </a:rPr>
              <a:t>Network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65" dirty="0">
                <a:latin typeface="Trebuchet MS"/>
                <a:cs typeface="Trebuchet MS"/>
              </a:rPr>
              <a:t>congestion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25" dirty="0">
                <a:latin typeface="Trebuchet MS"/>
                <a:cs typeface="Trebuchet MS"/>
              </a:rPr>
              <a:t>and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04" dirty="0">
                <a:latin typeface="Trebuchet MS"/>
                <a:cs typeface="Trebuchet MS"/>
              </a:rPr>
              <a:t>latency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00" dirty="0">
                <a:latin typeface="Trebuchet MS"/>
                <a:cs typeface="Trebuchet MS"/>
              </a:rPr>
              <a:t>during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145" dirty="0">
                <a:latin typeface="Trebuchet MS"/>
                <a:cs typeface="Trebuchet MS"/>
              </a:rPr>
              <a:t>critical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54" dirty="0">
                <a:latin typeface="Trebuchet MS"/>
                <a:cs typeface="Trebuchet MS"/>
              </a:rPr>
              <a:t>tasks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95" dirty="0">
                <a:latin typeface="Trebuchet MS"/>
                <a:cs typeface="Trebuchet MS"/>
              </a:rPr>
              <a:t>such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25" dirty="0">
                <a:latin typeface="Trebuchet MS"/>
                <a:cs typeface="Trebuchet MS"/>
              </a:rPr>
              <a:t>as </a:t>
            </a:r>
            <a:r>
              <a:rPr sz="2900" spc="215" dirty="0">
                <a:latin typeface="Trebuchet MS"/>
                <a:cs typeface="Trebuchet MS"/>
              </a:rPr>
              <a:t>video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29" dirty="0">
                <a:latin typeface="Trebuchet MS"/>
                <a:cs typeface="Trebuchet MS"/>
              </a:rPr>
              <a:t>conferencing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225" dirty="0">
                <a:latin typeface="Trebuchet MS"/>
                <a:cs typeface="Trebuchet MS"/>
              </a:rPr>
              <a:t>and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235" dirty="0">
                <a:latin typeface="Trebuchet MS"/>
                <a:cs typeface="Trebuchet MS"/>
              </a:rPr>
              <a:t>cloud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320" dirty="0">
                <a:latin typeface="Trebuchet MS"/>
                <a:cs typeface="Trebuchet MS"/>
              </a:rPr>
              <a:t>access</a:t>
            </a:r>
            <a:endParaRPr sz="2900">
              <a:latin typeface="Trebuchet MS"/>
              <a:cs typeface="Trebuchet MS"/>
            </a:endParaRPr>
          </a:p>
          <a:p>
            <a:pPr marL="12700" marR="577850">
              <a:lnSpc>
                <a:spcPct val="110400"/>
              </a:lnSpc>
            </a:pPr>
            <a:r>
              <a:rPr sz="2900" spc="160" dirty="0">
                <a:latin typeface="Trebuchet MS"/>
                <a:cs typeface="Trebuchet MS"/>
              </a:rPr>
              <a:t>Underutilization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114" dirty="0">
                <a:latin typeface="Trebuchet MS"/>
                <a:cs typeface="Trebuchet MS"/>
              </a:rPr>
              <a:t>of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150" dirty="0">
                <a:latin typeface="Trebuchet MS"/>
                <a:cs typeface="Trebuchet MS"/>
              </a:rPr>
              <a:t>available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235" dirty="0">
                <a:latin typeface="Trebuchet MS"/>
                <a:cs typeface="Trebuchet MS"/>
              </a:rPr>
              <a:t>bandwidth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200" dirty="0">
                <a:latin typeface="Trebuchet MS"/>
                <a:cs typeface="Trebuchet MS"/>
              </a:rPr>
              <a:t>during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285" dirty="0">
                <a:latin typeface="Trebuchet MS"/>
                <a:cs typeface="Trebuchet MS"/>
              </a:rPr>
              <a:t>low-</a:t>
            </a:r>
            <a:r>
              <a:rPr sz="2900" spc="170" dirty="0">
                <a:latin typeface="Trebuchet MS"/>
                <a:cs typeface="Trebuchet MS"/>
              </a:rPr>
              <a:t>activity </a:t>
            </a:r>
            <a:r>
              <a:rPr sz="2900" spc="245" dirty="0">
                <a:latin typeface="Trebuchet MS"/>
                <a:cs typeface="Trebuchet MS"/>
              </a:rPr>
              <a:t>periods</a:t>
            </a:r>
            <a:endParaRPr sz="2900">
              <a:latin typeface="Trebuchet MS"/>
              <a:cs typeface="Trebuchet MS"/>
            </a:endParaRPr>
          </a:p>
          <a:p>
            <a:pPr marL="12700" marR="1567815">
              <a:lnSpc>
                <a:spcPct val="110400"/>
              </a:lnSpc>
            </a:pPr>
            <a:r>
              <a:rPr sz="2900" spc="215" dirty="0">
                <a:latin typeface="Trebuchet MS"/>
                <a:cs typeface="Trebuchet MS"/>
              </a:rPr>
              <a:t>Lack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114" dirty="0">
                <a:latin typeface="Trebuchet MS"/>
                <a:cs typeface="Trebuchet MS"/>
              </a:rPr>
              <a:t>of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345" dirty="0">
                <a:latin typeface="Trebuchet MS"/>
                <a:cs typeface="Trebuchet MS"/>
              </a:rPr>
              <a:t>AI-</a:t>
            </a:r>
            <a:r>
              <a:rPr sz="2900" spc="300" dirty="0">
                <a:latin typeface="Trebuchet MS"/>
                <a:cs typeface="Trebuchet MS"/>
              </a:rPr>
              <a:t>based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155" dirty="0">
                <a:latin typeface="Trebuchet MS"/>
                <a:cs typeface="Trebuchet MS"/>
              </a:rPr>
              <a:t>visibility</a:t>
            </a:r>
            <a:r>
              <a:rPr sz="2900" spc="275" dirty="0">
                <a:latin typeface="Trebuchet MS"/>
                <a:cs typeface="Trebuchet MS"/>
              </a:rPr>
              <a:t> </a:t>
            </a:r>
            <a:r>
              <a:rPr sz="2900" spc="155" dirty="0">
                <a:latin typeface="Trebuchet MS"/>
                <a:cs typeface="Trebuchet MS"/>
              </a:rPr>
              <a:t>into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245" dirty="0">
                <a:latin typeface="Trebuchet MS"/>
                <a:cs typeface="Trebuchet MS"/>
              </a:rPr>
              <a:t>employee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180" dirty="0">
                <a:latin typeface="Trebuchet MS"/>
                <a:cs typeface="Trebuchet MS"/>
              </a:rPr>
              <a:t>activity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200" dirty="0">
                <a:latin typeface="Trebuchet MS"/>
                <a:cs typeface="Trebuchet MS"/>
              </a:rPr>
              <a:t>and </a:t>
            </a:r>
            <a:r>
              <a:rPr sz="2900" spc="229" dirty="0">
                <a:latin typeface="Trebuchet MS"/>
                <a:cs typeface="Trebuchet MS"/>
              </a:rPr>
              <a:t>performance</a:t>
            </a:r>
            <a:r>
              <a:rPr sz="2900" spc="280" dirty="0">
                <a:latin typeface="Trebuchet MS"/>
                <a:cs typeface="Trebuchet MS"/>
              </a:rPr>
              <a:t> </a:t>
            </a:r>
            <a:r>
              <a:rPr sz="2900" spc="210" dirty="0">
                <a:latin typeface="Trebuchet MS"/>
                <a:cs typeface="Trebuchet MS"/>
              </a:rPr>
              <a:t>patterns</a:t>
            </a:r>
            <a:endParaRPr sz="2900">
              <a:latin typeface="Trebuchet MS"/>
              <a:cs typeface="Trebuchet MS"/>
            </a:endParaRPr>
          </a:p>
          <a:p>
            <a:pPr marL="12700" marR="1213485">
              <a:lnSpc>
                <a:spcPct val="110400"/>
              </a:lnSpc>
            </a:pPr>
            <a:r>
              <a:rPr sz="2900" spc="310" dirty="0">
                <a:latin typeface="Trebuchet MS"/>
                <a:cs typeface="Trebuchet MS"/>
              </a:rPr>
              <a:t>Absence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114" dirty="0">
                <a:latin typeface="Trebuchet MS"/>
                <a:cs typeface="Trebuchet MS"/>
              </a:rPr>
              <a:t>of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225" dirty="0">
                <a:latin typeface="Trebuchet MS"/>
                <a:cs typeface="Trebuchet MS"/>
              </a:rPr>
              <a:t>real-</a:t>
            </a:r>
            <a:r>
              <a:rPr sz="2900" spc="155" dirty="0">
                <a:latin typeface="Trebuchet MS"/>
                <a:cs typeface="Trebuchet MS"/>
              </a:rPr>
              <a:t>time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204" dirty="0">
                <a:latin typeface="Trebuchet MS"/>
                <a:cs typeface="Trebuchet MS"/>
              </a:rPr>
              <a:t>monitoring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114" dirty="0">
                <a:latin typeface="Trebuchet MS"/>
                <a:cs typeface="Trebuchet MS"/>
              </a:rPr>
              <a:t>of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245" dirty="0">
                <a:latin typeface="Trebuchet MS"/>
                <a:cs typeface="Trebuchet MS"/>
              </a:rPr>
              <a:t>employee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185" dirty="0">
                <a:latin typeface="Trebuchet MS"/>
                <a:cs typeface="Trebuchet MS"/>
              </a:rPr>
              <a:t>workload </a:t>
            </a:r>
            <a:r>
              <a:rPr sz="2900" spc="195" dirty="0">
                <a:latin typeface="Trebuchet MS"/>
                <a:cs typeface="Trebuchet MS"/>
              </a:rPr>
              <a:t>intensity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225" dirty="0">
                <a:latin typeface="Trebuchet MS"/>
                <a:cs typeface="Trebuchet MS"/>
              </a:rPr>
              <a:t>and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280" dirty="0">
                <a:latin typeface="Trebuchet MS"/>
                <a:cs typeface="Trebuchet MS"/>
              </a:rPr>
              <a:t>stress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150" dirty="0">
                <a:latin typeface="Trebuchet MS"/>
                <a:cs typeface="Trebuchet MS"/>
              </a:rPr>
              <a:t>levels</a:t>
            </a:r>
            <a:endParaRPr sz="2900">
              <a:latin typeface="Trebuchet MS"/>
              <a:cs typeface="Trebuchet MS"/>
            </a:endParaRPr>
          </a:p>
          <a:p>
            <a:pPr marL="12700" marR="5080">
              <a:lnSpc>
                <a:spcPct val="110400"/>
              </a:lnSpc>
            </a:pPr>
            <a:r>
              <a:rPr sz="2900" spc="220" dirty="0">
                <a:latin typeface="Trebuchet MS"/>
                <a:cs typeface="Trebuchet MS"/>
              </a:rPr>
              <a:t>Manual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135" dirty="0">
                <a:latin typeface="Trebuchet MS"/>
                <a:cs typeface="Trebuchet MS"/>
              </a:rPr>
              <a:t>or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35" dirty="0">
                <a:latin typeface="Trebuchet MS"/>
                <a:cs typeface="Trebuchet MS"/>
              </a:rPr>
              <a:t>rule-</a:t>
            </a:r>
            <a:r>
              <a:rPr sz="2900" spc="300" dirty="0">
                <a:latin typeface="Trebuchet MS"/>
                <a:cs typeface="Trebuchet MS"/>
              </a:rPr>
              <a:t>based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04" dirty="0">
                <a:latin typeface="Trebuchet MS"/>
                <a:cs typeface="Trebuchet MS"/>
              </a:rPr>
              <a:t>task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240" dirty="0">
                <a:latin typeface="Trebuchet MS"/>
                <a:cs typeface="Trebuchet MS"/>
              </a:rPr>
              <a:t>scheduling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25" dirty="0">
                <a:latin typeface="Trebuchet MS"/>
                <a:cs typeface="Trebuchet MS"/>
              </a:rPr>
              <a:t>and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155" dirty="0">
                <a:latin typeface="Trebuchet MS"/>
                <a:cs typeface="Trebuchet MS"/>
              </a:rPr>
              <a:t>monitoring,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170" dirty="0">
                <a:latin typeface="Trebuchet MS"/>
                <a:cs typeface="Trebuchet MS"/>
              </a:rPr>
              <a:t>leading </a:t>
            </a:r>
            <a:r>
              <a:rPr sz="2900" spc="160" dirty="0">
                <a:latin typeface="Trebuchet MS"/>
                <a:cs typeface="Trebuchet MS"/>
              </a:rPr>
              <a:t>to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20" dirty="0">
                <a:latin typeface="Trebuchet MS"/>
                <a:cs typeface="Trebuchet MS"/>
              </a:rPr>
              <a:t>uneven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195" dirty="0">
                <a:latin typeface="Trebuchet MS"/>
                <a:cs typeface="Trebuchet MS"/>
              </a:rPr>
              <a:t>workload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190" dirty="0">
                <a:latin typeface="Trebuchet MS"/>
                <a:cs typeface="Trebuchet MS"/>
              </a:rPr>
              <a:t>distribution</a:t>
            </a:r>
            <a:endParaRPr sz="2900">
              <a:latin typeface="Trebuchet MS"/>
              <a:cs typeface="Trebuchet MS"/>
            </a:endParaRPr>
          </a:p>
          <a:p>
            <a:pPr marL="12700" marR="1132205">
              <a:lnSpc>
                <a:spcPct val="110400"/>
              </a:lnSpc>
            </a:pPr>
            <a:r>
              <a:rPr sz="2900" spc="185" dirty="0">
                <a:latin typeface="Trebuchet MS"/>
                <a:cs typeface="Trebuchet MS"/>
              </a:rPr>
              <a:t>Limited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25" dirty="0">
                <a:latin typeface="Trebuchet MS"/>
                <a:cs typeface="Trebuchet MS"/>
              </a:rPr>
              <a:t>real-</a:t>
            </a:r>
            <a:r>
              <a:rPr sz="2900" spc="50" dirty="0">
                <a:latin typeface="Trebuchet MS"/>
                <a:cs typeface="Trebuchet MS"/>
              </a:rPr>
              <a:t>time,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315" dirty="0">
                <a:latin typeface="Trebuchet MS"/>
                <a:cs typeface="Trebuchet MS"/>
              </a:rPr>
              <a:t>data-</a:t>
            </a:r>
            <a:r>
              <a:rPr sz="2900" spc="185" dirty="0">
                <a:latin typeface="Trebuchet MS"/>
                <a:cs typeface="Trebuchet MS"/>
              </a:rPr>
              <a:t>driven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25" dirty="0">
                <a:latin typeface="Trebuchet MS"/>
                <a:cs typeface="Trebuchet MS"/>
              </a:rPr>
              <a:t>insights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114" dirty="0">
                <a:latin typeface="Trebuchet MS"/>
                <a:cs typeface="Trebuchet MS"/>
              </a:rPr>
              <a:t>for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dirty="0">
                <a:latin typeface="Trebuchet MS"/>
                <a:cs typeface="Trebuchet MS"/>
              </a:rPr>
              <a:t>IT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50" dirty="0">
                <a:latin typeface="Trebuchet MS"/>
                <a:cs typeface="Trebuchet MS"/>
              </a:rPr>
              <a:t>teams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200" dirty="0">
                <a:latin typeface="Trebuchet MS"/>
                <a:cs typeface="Trebuchet MS"/>
              </a:rPr>
              <a:t>and </a:t>
            </a:r>
            <a:r>
              <a:rPr sz="2900" spc="245" dirty="0">
                <a:latin typeface="Trebuchet MS"/>
                <a:cs typeface="Trebuchet MS"/>
              </a:rPr>
              <a:t>management</a:t>
            </a:r>
            <a:r>
              <a:rPr sz="2900" spc="310" dirty="0">
                <a:latin typeface="Trebuchet MS"/>
                <a:cs typeface="Trebuchet MS"/>
              </a:rPr>
              <a:t> </a:t>
            </a:r>
            <a:r>
              <a:rPr sz="2900" spc="305" dirty="0">
                <a:latin typeface="Trebuchet MS"/>
                <a:cs typeface="Trebuchet MS"/>
              </a:rPr>
              <a:t>decision-</a:t>
            </a:r>
            <a:r>
              <a:rPr sz="2900" spc="190" dirty="0">
                <a:latin typeface="Trebuchet MS"/>
                <a:cs typeface="Trebuchet MS"/>
              </a:rPr>
              <a:t>making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551537"/>
            <a:ext cx="3771899" cy="734393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719921" y="9840912"/>
            <a:ext cx="26035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z="2700" spc="-50" dirty="0">
                <a:latin typeface="Verdana"/>
                <a:cs typeface="Verdana"/>
              </a:rPr>
              <a:t>3</a:t>
            </a:fld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5069" y="288295"/>
            <a:ext cx="5577840" cy="12357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900" b="1" spc="190" dirty="0">
                <a:solidFill>
                  <a:srgbClr val="1B2020"/>
                </a:solidFill>
                <a:latin typeface="Trebuchet MS"/>
                <a:cs typeface="Trebuchet MS"/>
              </a:rPr>
              <a:t>It’s</a:t>
            </a:r>
            <a:r>
              <a:rPr sz="7900" b="1" spc="-70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7900" b="1" spc="715" dirty="0">
                <a:solidFill>
                  <a:srgbClr val="1B2020"/>
                </a:solidFill>
                <a:latin typeface="Trebuchet MS"/>
                <a:cs typeface="Trebuchet MS"/>
              </a:rPr>
              <a:t>Impact</a:t>
            </a:r>
            <a:endParaRPr sz="79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1537"/>
            <a:ext cx="3771899" cy="73439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48139" y="1836778"/>
            <a:ext cx="14973935" cy="7152005"/>
            <a:chOff x="1248139" y="1836778"/>
            <a:chExt cx="14973935" cy="7152005"/>
          </a:xfrm>
        </p:grpSpPr>
        <p:sp>
          <p:nvSpPr>
            <p:cNvPr id="5" name="object 5"/>
            <p:cNvSpPr/>
            <p:nvPr/>
          </p:nvSpPr>
          <p:spPr>
            <a:xfrm>
              <a:off x="1248139" y="1836778"/>
              <a:ext cx="14973935" cy="7152005"/>
            </a:xfrm>
            <a:custGeom>
              <a:avLst/>
              <a:gdLst/>
              <a:ahLst/>
              <a:cxnLst/>
              <a:rect l="l" t="t" r="r" b="b"/>
              <a:pathLst>
                <a:path w="14973935" h="7152005">
                  <a:moveTo>
                    <a:pt x="14496685" y="7151456"/>
                  </a:moveTo>
                  <a:lnTo>
                    <a:pt x="485774" y="7151456"/>
                  </a:lnTo>
                  <a:lnTo>
                    <a:pt x="437762" y="7149080"/>
                  </a:lnTo>
                  <a:lnTo>
                    <a:pt x="390562" y="7142037"/>
                  </a:lnTo>
                  <a:lnTo>
                    <a:pt x="344494" y="7130459"/>
                  </a:lnTo>
                  <a:lnTo>
                    <a:pt x="299876" y="7114479"/>
                  </a:lnTo>
                  <a:lnTo>
                    <a:pt x="257028" y="7094229"/>
                  </a:lnTo>
                  <a:lnTo>
                    <a:pt x="216266" y="7069841"/>
                  </a:lnTo>
                  <a:lnTo>
                    <a:pt x="177911" y="7041446"/>
                  </a:lnTo>
                  <a:lnTo>
                    <a:pt x="142280" y="7009176"/>
                  </a:lnTo>
                  <a:lnTo>
                    <a:pt x="110010" y="6973545"/>
                  </a:lnTo>
                  <a:lnTo>
                    <a:pt x="81615" y="6935190"/>
                  </a:lnTo>
                  <a:lnTo>
                    <a:pt x="57227" y="6894428"/>
                  </a:lnTo>
                  <a:lnTo>
                    <a:pt x="36977" y="6851580"/>
                  </a:lnTo>
                  <a:lnTo>
                    <a:pt x="20997" y="6806962"/>
                  </a:lnTo>
                  <a:lnTo>
                    <a:pt x="9420" y="6760894"/>
                  </a:lnTo>
                  <a:lnTo>
                    <a:pt x="2377" y="6713695"/>
                  </a:lnTo>
                  <a:lnTo>
                    <a:pt x="0" y="6665682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14496685" y="0"/>
                  </a:lnTo>
                  <a:lnTo>
                    <a:pt x="14544698" y="2377"/>
                  </a:lnTo>
                  <a:lnTo>
                    <a:pt x="14591897" y="9420"/>
                  </a:lnTo>
                  <a:lnTo>
                    <a:pt x="14637965" y="20997"/>
                  </a:lnTo>
                  <a:lnTo>
                    <a:pt x="14682582" y="36977"/>
                  </a:lnTo>
                  <a:lnTo>
                    <a:pt x="14725431" y="57227"/>
                  </a:lnTo>
                  <a:lnTo>
                    <a:pt x="14766192" y="81615"/>
                  </a:lnTo>
                  <a:lnTo>
                    <a:pt x="14804548" y="110010"/>
                  </a:lnTo>
                  <a:lnTo>
                    <a:pt x="14840179" y="142280"/>
                  </a:lnTo>
                  <a:lnTo>
                    <a:pt x="14872448" y="177911"/>
                  </a:lnTo>
                  <a:lnTo>
                    <a:pt x="14900843" y="216266"/>
                  </a:lnTo>
                  <a:lnTo>
                    <a:pt x="14925232" y="257028"/>
                  </a:lnTo>
                  <a:lnTo>
                    <a:pt x="14945481" y="299877"/>
                  </a:lnTo>
                  <a:lnTo>
                    <a:pt x="14961461" y="344494"/>
                  </a:lnTo>
                  <a:lnTo>
                    <a:pt x="14973038" y="390562"/>
                  </a:lnTo>
                  <a:lnTo>
                    <a:pt x="14973362" y="392733"/>
                  </a:lnTo>
                  <a:lnTo>
                    <a:pt x="14973362" y="6758723"/>
                  </a:lnTo>
                  <a:lnTo>
                    <a:pt x="14961461" y="6806962"/>
                  </a:lnTo>
                  <a:lnTo>
                    <a:pt x="14945481" y="6851580"/>
                  </a:lnTo>
                  <a:lnTo>
                    <a:pt x="14925232" y="6894428"/>
                  </a:lnTo>
                  <a:lnTo>
                    <a:pt x="14900843" y="6935190"/>
                  </a:lnTo>
                  <a:lnTo>
                    <a:pt x="14872448" y="6973545"/>
                  </a:lnTo>
                  <a:lnTo>
                    <a:pt x="14840179" y="7009176"/>
                  </a:lnTo>
                  <a:lnTo>
                    <a:pt x="14804548" y="7041446"/>
                  </a:lnTo>
                  <a:lnTo>
                    <a:pt x="14766192" y="7069841"/>
                  </a:lnTo>
                  <a:lnTo>
                    <a:pt x="14725431" y="7094229"/>
                  </a:lnTo>
                  <a:lnTo>
                    <a:pt x="14682582" y="7114479"/>
                  </a:lnTo>
                  <a:lnTo>
                    <a:pt x="14637965" y="7130459"/>
                  </a:lnTo>
                  <a:lnTo>
                    <a:pt x="14591897" y="7142037"/>
                  </a:lnTo>
                  <a:lnTo>
                    <a:pt x="14544698" y="7149080"/>
                  </a:lnTo>
                  <a:lnTo>
                    <a:pt x="14496685" y="7151456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1997" y="2289480"/>
              <a:ext cx="123654" cy="12365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1997" y="3262229"/>
              <a:ext cx="123654" cy="12365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1997" y="4234977"/>
              <a:ext cx="123654" cy="12365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1997" y="5207726"/>
              <a:ext cx="123654" cy="12365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1997" y="6180475"/>
              <a:ext cx="123654" cy="12365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1997" y="6666850"/>
              <a:ext cx="123654" cy="12365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1997" y="7153224"/>
              <a:ext cx="123654" cy="12365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866196" y="2044524"/>
            <a:ext cx="12903200" cy="5862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06170">
              <a:lnSpc>
                <a:spcPct val="112000"/>
              </a:lnSpc>
              <a:spcBef>
                <a:spcPts val="95"/>
              </a:spcBef>
            </a:pPr>
            <a:r>
              <a:rPr sz="2850" b="1" spc="270" dirty="0">
                <a:latin typeface="Trebuchet MS"/>
                <a:cs typeface="Trebuchet MS"/>
              </a:rPr>
              <a:t>Reduced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50" dirty="0">
                <a:latin typeface="Trebuchet MS"/>
                <a:cs typeface="Trebuchet MS"/>
              </a:rPr>
              <a:t>employee</a:t>
            </a:r>
            <a:r>
              <a:rPr sz="2850" b="1" spc="185" dirty="0">
                <a:latin typeface="Trebuchet MS"/>
                <a:cs typeface="Trebuchet MS"/>
              </a:rPr>
              <a:t> </a:t>
            </a:r>
            <a:r>
              <a:rPr sz="2850" b="1" spc="235" dirty="0">
                <a:latin typeface="Trebuchet MS"/>
                <a:cs typeface="Trebuchet MS"/>
              </a:rPr>
              <a:t>productivity</a:t>
            </a:r>
            <a:r>
              <a:rPr sz="2850" b="1" spc="185" dirty="0">
                <a:latin typeface="Trebuchet MS"/>
                <a:cs typeface="Trebuchet MS"/>
              </a:rPr>
              <a:t> </a:t>
            </a:r>
            <a:r>
              <a:rPr sz="2850" b="1" spc="245" dirty="0">
                <a:latin typeface="Trebuchet MS"/>
                <a:cs typeface="Trebuchet MS"/>
              </a:rPr>
              <a:t>and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10" dirty="0">
                <a:latin typeface="Trebuchet MS"/>
                <a:cs typeface="Trebuchet MS"/>
              </a:rPr>
              <a:t>efficiency</a:t>
            </a:r>
            <a:r>
              <a:rPr sz="2850" b="1" spc="185" dirty="0">
                <a:latin typeface="Trebuchet MS"/>
                <a:cs typeface="Trebuchet MS"/>
              </a:rPr>
              <a:t> </a:t>
            </a:r>
            <a:r>
              <a:rPr sz="2850" b="1" spc="195" dirty="0">
                <a:latin typeface="Trebuchet MS"/>
                <a:cs typeface="Trebuchet MS"/>
              </a:rPr>
              <a:t>during</a:t>
            </a:r>
            <a:r>
              <a:rPr sz="2850" b="1" spc="185" dirty="0">
                <a:latin typeface="Trebuchet MS"/>
                <a:cs typeface="Trebuchet MS"/>
              </a:rPr>
              <a:t> </a:t>
            </a:r>
            <a:r>
              <a:rPr sz="2850" b="1" spc="254" dirty="0">
                <a:latin typeface="Trebuchet MS"/>
                <a:cs typeface="Trebuchet MS"/>
              </a:rPr>
              <a:t>high- </a:t>
            </a:r>
            <a:r>
              <a:rPr sz="2850" b="1" spc="175" dirty="0">
                <a:latin typeface="Trebuchet MS"/>
                <a:cs typeface="Trebuchet MS"/>
              </a:rPr>
              <a:t>priority</a:t>
            </a:r>
            <a:r>
              <a:rPr sz="2850" b="1" spc="170" dirty="0">
                <a:latin typeface="Trebuchet MS"/>
                <a:cs typeface="Trebuchet MS"/>
              </a:rPr>
              <a:t> </a:t>
            </a:r>
            <a:r>
              <a:rPr sz="2850" b="1" spc="275" dirty="0">
                <a:latin typeface="Trebuchet MS"/>
                <a:cs typeface="Trebuchet MS"/>
              </a:rPr>
              <a:t>tasks</a:t>
            </a:r>
            <a:endParaRPr sz="2850">
              <a:latin typeface="Trebuchet MS"/>
              <a:cs typeface="Trebuchet MS"/>
            </a:endParaRPr>
          </a:p>
          <a:p>
            <a:pPr marL="12700" marR="5080">
              <a:lnSpc>
                <a:spcPct val="112000"/>
              </a:lnSpc>
            </a:pPr>
            <a:r>
              <a:rPr sz="2850" b="1" spc="175" dirty="0">
                <a:latin typeface="Trebuchet MS"/>
                <a:cs typeface="Trebuchet MS"/>
              </a:rPr>
              <a:t>Poor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29" dirty="0">
                <a:latin typeface="Trebuchet MS"/>
                <a:cs typeface="Trebuchet MS"/>
              </a:rPr>
              <a:t>application</a:t>
            </a:r>
            <a:r>
              <a:rPr sz="2850" b="1" spc="185" dirty="0">
                <a:latin typeface="Trebuchet MS"/>
                <a:cs typeface="Trebuchet MS"/>
              </a:rPr>
              <a:t> </a:t>
            </a:r>
            <a:r>
              <a:rPr sz="2850" b="1" spc="235" dirty="0">
                <a:latin typeface="Trebuchet MS"/>
                <a:cs typeface="Trebuchet MS"/>
              </a:rPr>
              <a:t>performance</a:t>
            </a:r>
            <a:r>
              <a:rPr sz="2850" b="1" spc="185" dirty="0">
                <a:latin typeface="Trebuchet MS"/>
                <a:cs typeface="Trebuchet MS"/>
              </a:rPr>
              <a:t> </a:t>
            </a:r>
            <a:r>
              <a:rPr sz="2850" b="1" spc="245" dirty="0">
                <a:latin typeface="Trebuchet MS"/>
                <a:cs typeface="Trebuchet MS"/>
              </a:rPr>
              <a:t>and</a:t>
            </a:r>
            <a:r>
              <a:rPr sz="2850" b="1" spc="185" dirty="0">
                <a:latin typeface="Trebuchet MS"/>
                <a:cs typeface="Trebuchet MS"/>
              </a:rPr>
              <a:t> </a:t>
            </a:r>
            <a:r>
              <a:rPr sz="2850" b="1" spc="200" dirty="0">
                <a:latin typeface="Trebuchet MS"/>
                <a:cs typeface="Trebuchet MS"/>
              </a:rPr>
              <a:t>user</a:t>
            </a:r>
            <a:r>
              <a:rPr sz="2850" b="1" spc="185" dirty="0">
                <a:latin typeface="Trebuchet MS"/>
                <a:cs typeface="Trebuchet MS"/>
              </a:rPr>
              <a:t> </a:t>
            </a:r>
            <a:r>
              <a:rPr sz="2850" b="1" spc="210" dirty="0">
                <a:latin typeface="Trebuchet MS"/>
                <a:cs typeface="Trebuchet MS"/>
              </a:rPr>
              <a:t>experience</a:t>
            </a:r>
            <a:r>
              <a:rPr sz="2850" b="1" spc="185" dirty="0">
                <a:latin typeface="Trebuchet MS"/>
                <a:cs typeface="Trebuchet MS"/>
              </a:rPr>
              <a:t> </a:t>
            </a:r>
            <a:r>
              <a:rPr sz="2850" b="1" spc="195" dirty="0">
                <a:latin typeface="Trebuchet MS"/>
                <a:cs typeface="Trebuchet MS"/>
              </a:rPr>
              <a:t>during</a:t>
            </a:r>
            <a:r>
              <a:rPr sz="2850" b="1" spc="185" dirty="0">
                <a:latin typeface="Trebuchet MS"/>
                <a:cs typeface="Trebuchet MS"/>
              </a:rPr>
              <a:t> </a:t>
            </a:r>
            <a:r>
              <a:rPr sz="2850" b="1" spc="180" dirty="0">
                <a:latin typeface="Trebuchet MS"/>
                <a:cs typeface="Trebuchet MS"/>
              </a:rPr>
              <a:t>critical </a:t>
            </a:r>
            <a:r>
              <a:rPr sz="2850" b="1" spc="225" dirty="0">
                <a:latin typeface="Trebuchet MS"/>
                <a:cs typeface="Trebuchet MS"/>
              </a:rPr>
              <a:t>operations</a:t>
            </a:r>
            <a:endParaRPr sz="2850">
              <a:latin typeface="Trebuchet MS"/>
              <a:cs typeface="Trebuchet MS"/>
            </a:endParaRPr>
          </a:p>
          <a:p>
            <a:pPr marL="12700" marR="314960">
              <a:lnSpc>
                <a:spcPct val="112000"/>
              </a:lnSpc>
            </a:pPr>
            <a:r>
              <a:rPr sz="2850" b="1" spc="250" dirty="0">
                <a:latin typeface="Trebuchet MS"/>
                <a:cs typeface="Trebuchet MS"/>
              </a:rPr>
              <a:t>Increased</a:t>
            </a:r>
            <a:r>
              <a:rPr sz="2850" b="1" spc="175" dirty="0">
                <a:latin typeface="Trebuchet MS"/>
                <a:cs typeface="Trebuchet MS"/>
              </a:rPr>
              <a:t> </a:t>
            </a:r>
            <a:r>
              <a:rPr sz="2850" b="1" spc="250" dirty="0">
                <a:latin typeface="Trebuchet MS"/>
                <a:cs typeface="Trebuchet MS"/>
              </a:rPr>
              <a:t>employee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85" dirty="0">
                <a:latin typeface="Trebuchet MS"/>
                <a:cs typeface="Trebuchet MS"/>
              </a:rPr>
              <a:t>stress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45" dirty="0">
                <a:latin typeface="Trebuchet MS"/>
                <a:cs typeface="Trebuchet MS"/>
              </a:rPr>
              <a:t>and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10" dirty="0">
                <a:latin typeface="Trebuchet MS"/>
                <a:cs typeface="Trebuchet MS"/>
              </a:rPr>
              <a:t>burnout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20" dirty="0">
                <a:latin typeface="Trebuchet MS"/>
                <a:cs typeface="Trebuchet MS"/>
              </a:rPr>
              <a:t>due</a:t>
            </a:r>
            <a:r>
              <a:rPr sz="2850" b="1" spc="175" dirty="0">
                <a:latin typeface="Trebuchet MS"/>
                <a:cs typeface="Trebuchet MS"/>
              </a:rPr>
              <a:t> </a:t>
            </a:r>
            <a:r>
              <a:rPr sz="2850" b="1" spc="180" dirty="0">
                <a:latin typeface="Trebuchet MS"/>
                <a:cs typeface="Trebuchet MS"/>
              </a:rPr>
              <a:t>to </a:t>
            </a:r>
            <a:r>
              <a:rPr sz="2850" b="1" spc="254" dirty="0">
                <a:latin typeface="Trebuchet MS"/>
                <a:cs typeface="Trebuchet MS"/>
              </a:rPr>
              <a:t>unbalanced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40" dirty="0">
                <a:latin typeface="Trebuchet MS"/>
                <a:cs typeface="Trebuchet MS"/>
              </a:rPr>
              <a:t>task </a:t>
            </a:r>
            <a:r>
              <a:rPr sz="2850" b="1" spc="200" dirty="0">
                <a:latin typeface="Trebuchet MS"/>
                <a:cs typeface="Trebuchet MS"/>
              </a:rPr>
              <a:t>allocation</a:t>
            </a:r>
            <a:endParaRPr sz="2850">
              <a:latin typeface="Trebuchet MS"/>
              <a:cs typeface="Trebuchet MS"/>
            </a:endParaRPr>
          </a:p>
          <a:p>
            <a:pPr marL="12700" marR="2482215">
              <a:lnSpc>
                <a:spcPct val="112000"/>
              </a:lnSpc>
            </a:pPr>
            <a:r>
              <a:rPr sz="2850" b="1" spc="260" dirty="0">
                <a:latin typeface="Trebuchet MS"/>
                <a:cs typeface="Trebuchet MS"/>
              </a:rPr>
              <a:t>Delays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60" dirty="0">
                <a:latin typeface="Trebuchet MS"/>
                <a:cs typeface="Trebuchet MS"/>
              </a:rPr>
              <a:t>in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60" dirty="0">
                <a:latin typeface="Trebuchet MS"/>
                <a:cs typeface="Trebuchet MS"/>
              </a:rPr>
              <a:t>task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40" dirty="0">
                <a:latin typeface="Trebuchet MS"/>
                <a:cs typeface="Trebuchet MS"/>
              </a:rPr>
              <a:t>completion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45" dirty="0">
                <a:latin typeface="Trebuchet MS"/>
                <a:cs typeface="Trebuchet MS"/>
              </a:rPr>
              <a:t>and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54" dirty="0">
                <a:latin typeface="Trebuchet MS"/>
                <a:cs typeface="Trebuchet MS"/>
              </a:rPr>
              <a:t>reduced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04" dirty="0">
                <a:latin typeface="Trebuchet MS"/>
                <a:cs typeface="Trebuchet MS"/>
              </a:rPr>
              <a:t>collaboration </a:t>
            </a:r>
            <a:r>
              <a:rPr sz="2850" b="1" spc="229" dirty="0">
                <a:latin typeface="Trebuchet MS"/>
                <a:cs typeface="Trebuchet MS"/>
              </a:rPr>
              <a:t>effectiveness</a:t>
            </a:r>
            <a:endParaRPr sz="2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50" b="1" spc="175" dirty="0">
                <a:latin typeface="Trebuchet MS"/>
                <a:cs typeface="Trebuchet MS"/>
              </a:rPr>
              <a:t>Inefficient</a:t>
            </a:r>
            <a:r>
              <a:rPr sz="2850" b="1" spc="190" dirty="0">
                <a:latin typeface="Trebuchet MS"/>
                <a:cs typeface="Trebuchet MS"/>
              </a:rPr>
              <a:t> </a:t>
            </a:r>
            <a:r>
              <a:rPr sz="2850" b="1" spc="150" dirty="0">
                <a:latin typeface="Trebuchet MS"/>
                <a:cs typeface="Trebuchet MS"/>
              </a:rPr>
              <a:t>utilization</a:t>
            </a:r>
            <a:r>
              <a:rPr sz="2850" b="1" spc="185" dirty="0">
                <a:latin typeface="Trebuchet MS"/>
                <a:cs typeface="Trebuchet MS"/>
              </a:rPr>
              <a:t> </a:t>
            </a:r>
            <a:r>
              <a:rPr sz="2850" b="1" spc="125" dirty="0">
                <a:latin typeface="Trebuchet MS"/>
                <a:cs typeface="Trebuchet MS"/>
              </a:rPr>
              <a:t>of</a:t>
            </a:r>
            <a:r>
              <a:rPr sz="2850" b="1" spc="185" dirty="0">
                <a:latin typeface="Trebuchet MS"/>
                <a:cs typeface="Trebuchet MS"/>
              </a:rPr>
              <a:t> </a:t>
            </a:r>
            <a:r>
              <a:rPr sz="2850" b="1" spc="190" dirty="0">
                <a:latin typeface="Trebuchet MS"/>
                <a:cs typeface="Trebuchet MS"/>
              </a:rPr>
              <a:t>network </a:t>
            </a:r>
            <a:r>
              <a:rPr sz="2850" b="1" spc="245" dirty="0">
                <a:latin typeface="Trebuchet MS"/>
                <a:cs typeface="Trebuchet MS"/>
              </a:rPr>
              <a:t>and</a:t>
            </a:r>
            <a:r>
              <a:rPr sz="2850" b="1" spc="185" dirty="0">
                <a:latin typeface="Trebuchet MS"/>
                <a:cs typeface="Trebuchet MS"/>
              </a:rPr>
              <a:t> </a:t>
            </a:r>
            <a:r>
              <a:rPr sz="2850" b="1" spc="235" dirty="0">
                <a:latin typeface="Trebuchet MS"/>
                <a:cs typeface="Trebuchet MS"/>
              </a:rPr>
              <a:t>human</a:t>
            </a:r>
            <a:r>
              <a:rPr sz="2850" b="1" spc="190" dirty="0">
                <a:latin typeface="Trebuchet MS"/>
                <a:cs typeface="Trebuchet MS"/>
              </a:rPr>
              <a:t> </a:t>
            </a:r>
            <a:r>
              <a:rPr sz="2850" b="1" spc="240" dirty="0">
                <a:latin typeface="Trebuchet MS"/>
                <a:cs typeface="Trebuchet MS"/>
              </a:rPr>
              <a:t>resources</a:t>
            </a:r>
            <a:endParaRPr sz="2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850" b="1" spc="170" dirty="0">
                <a:latin typeface="Trebuchet MS"/>
                <a:cs typeface="Trebuchet MS"/>
              </a:rPr>
              <a:t>Higher</a:t>
            </a:r>
            <a:r>
              <a:rPr sz="2850" b="1" spc="190" dirty="0">
                <a:latin typeface="Trebuchet MS"/>
                <a:cs typeface="Trebuchet MS"/>
              </a:rPr>
              <a:t> </a:t>
            </a:r>
            <a:r>
              <a:rPr sz="2850" b="1" spc="210" dirty="0">
                <a:latin typeface="Trebuchet MS"/>
                <a:cs typeface="Trebuchet MS"/>
              </a:rPr>
              <a:t>operational</a:t>
            </a:r>
            <a:r>
              <a:rPr sz="2850" b="1" spc="190" dirty="0">
                <a:latin typeface="Trebuchet MS"/>
                <a:cs typeface="Trebuchet MS"/>
              </a:rPr>
              <a:t> </a:t>
            </a:r>
            <a:r>
              <a:rPr sz="2850" b="1" spc="155" dirty="0">
                <a:latin typeface="Trebuchet MS"/>
                <a:cs typeface="Trebuchet MS"/>
              </a:rPr>
              <a:t>effort</a:t>
            </a:r>
            <a:r>
              <a:rPr sz="2850" b="1" spc="190" dirty="0">
                <a:latin typeface="Trebuchet MS"/>
                <a:cs typeface="Trebuchet MS"/>
              </a:rPr>
              <a:t> </a:t>
            </a:r>
            <a:r>
              <a:rPr sz="2850" b="1" spc="110" dirty="0">
                <a:latin typeface="Trebuchet MS"/>
                <a:cs typeface="Trebuchet MS"/>
              </a:rPr>
              <a:t>for</a:t>
            </a:r>
            <a:r>
              <a:rPr sz="2850" b="1" spc="190" dirty="0">
                <a:latin typeface="Trebuchet MS"/>
                <a:cs typeface="Trebuchet MS"/>
              </a:rPr>
              <a:t> </a:t>
            </a:r>
            <a:r>
              <a:rPr sz="2850" b="1" dirty="0">
                <a:latin typeface="Trebuchet MS"/>
                <a:cs typeface="Trebuchet MS"/>
              </a:rPr>
              <a:t>IT</a:t>
            </a:r>
            <a:r>
              <a:rPr sz="2850" b="1" spc="190" dirty="0">
                <a:latin typeface="Trebuchet MS"/>
                <a:cs typeface="Trebuchet MS"/>
              </a:rPr>
              <a:t> </a:t>
            </a:r>
            <a:r>
              <a:rPr sz="2850" b="1" spc="245" dirty="0">
                <a:latin typeface="Trebuchet MS"/>
                <a:cs typeface="Trebuchet MS"/>
              </a:rPr>
              <a:t>and</a:t>
            </a:r>
            <a:r>
              <a:rPr sz="2850" b="1" spc="190" dirty="0">
                <a:latin typeface="Trebuchet MS"/>
                <a:cs typeface="Trebuchet MS"/>
              </a:rPr>
              <a:t> network </a:t>
            </a:r>
            <a:r>
              <a:rPr sz="2850" b="1" spc="229" dirty="0">
                <a:latin typeface="Trebuchet MS"/>
                <a:cs typeface="Trebuchet MS"/>
              </a:rPr>
              <a:t>administrators</a:t>
            </a:r>
            <a:endParaRPr sz="2850">
              <a:latin typeface="Trebuchet MS"/>
              <a:cs typeface="Trebuchet MS"/>
            </a:endParaRPr>
          </a:p>
          <a:p>
            <a:pPr marL="12700" marR="80645">
              <a:lnSpc>
                <a:spcPct val="112000"/>
              </a:lnSpc>
            </a:pPr>
            <a:r>
              <a:rPr sz="2850" b="1" spc="190" dirty="0">
                <a:latin typeface="Trebuchet MS"/>
                <a:cs typeface="Trebuchet MS"/>
              </a:rPr>
              <a:t>Difficulty</a:t>
            </a:r>
            <a:r>
              <a:rPr sz="2850" b="1" spc="175" dirty="0">
                <a:latin typeface="Trebuchet MS"/>
                <a:cs typeface="Trebuchet MS"/>
              </a:rPr>
              <a:t> </a:t>
            </a:r>
            <a:r>
              <a:rPr sz="2850" b="1" spc="245" dirty="0">
                <a:latin typeface="Trebuchet MS"/>
                <a:cs typeface="Trebuchet MS"/>
              </a:rPr>
              <a:t>scaling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25" dirty="0">
                <a:latin typeface="Trebuchet MS"/>
                <a:cs typeface="Trebuchet MS"/>
              </a:rPr>
              <a:t>workplace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245" dirty="0">
                <a:latin typeface="Trebuchet MS"/>
                <a:cs typeface="Trebuchet MS"/>
              </a:rPr>
              <a:t>and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190" dirty="0">
                <a:latin typeface="Trebuchet MS"/>
                <a:cs typeface="Trebuchet MS"/>
              </a:rPr>
              <a:t>network</a:t>
            </a:r>
            <a:r>
              <a:rPr sz="2850" b="1" spc="175" dirty="0">
                <a:latin typeface="Trebuchet MS"/>
                <a:cs typeface="Trebuchet MS"/>
              </a:rPr>
              <a:t> </a:t>
            </a:r>
            <a:r>
              <a:rPr sz="2850" b="1" spc="275" dirty="0">
                <a:latin typeface="Trebuchet MS"/>
                <a:cs typeface="Trebuchet MS"/>
              </a:rPr>
              <a:t>management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60" dirty="0">
                <a:latin typeface="Trebuchet MS"/>
                <a:cs typeface="Trebuchet MS"/>
              </a:rPr>
              <a:t>in</a:t>
            </a:r>
            <a:r>
              <a:rPr sz="2850" b="1" spc="180" dirty="0">
                <a:latin typeface="Trebuchet MS"/>
                <a:cs typeface="Trebuchet MS"/>
              </a:rPr>
              <a:t> </a:t>
            </a:r>
            <a:r>
              <a:rPr sz="2850" b="1" spc="195" dirty="0">
                <a:latin typeface="Trebuchet MS"/>
                <a:cs typeface="Trebuchet MS"/>
              </a:rPr>
              <a:t>growing </a:t>
            </a:r>
            <a:r>
              <a:rPr sz="2850" b="1" spc="200" dirty="0">
                <a:latin typeface="Trebuchet MS"/>
                <a:cs typeface="Trebuchet MS"/>
              </a:rPr>
              <a:t>organizations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719921" y="9840912"/>
            <a:ext cx="26035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z="2700" spc="-50" dirty="0">
                <a:latin typeface="Verdana"/>
                <a:cs typeface="Verdana"/>
              </a:rPr>
              <a:t>4</a:t>
            </a:fld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352480" y="4040518"/>
            <a:ext cx="5935980" cy="5621655"/>
            <a:chOff x="12352480" y="4040518"/>
            <a:chExt cx="5935980" cy="56216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23357" y="4040518"/>
              <a:ext cx="4892678" cy="4889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352477" y="6120625"/>
              <a:ext cx="5935980" cy="3541395"/>
            </a:xfrm>
            <a:custGeom>
              <a:avLst/>
              <a:gdLst/>
              <a:ahLst/>
              <a:cxnLst/>
              <a:rect l="l" t="t" r="r" b="b"/>
              <a:pathLst>
                <a:path w="5935980" h="3541395">
                  <a:moveTo>
                    <a:pt x="1463217" y="1901571"/>
                  </a:moveTo>
                  <a:lnTo>
                    <a:pt x="1461655" y="1853463"/>
                  </a:lnTo>
                  <a:lnTo>
                    <a:pt x="1457058" y="1806194"/>
                  </a:lnTo>
                  <a:lnTo>
                    <a:pt x="1449501" y="1759851"/>
                  </a:lnTo>
                  <a:lnTo>
                    <a:pt x="1439087" y="1714525"/>
                  </a:lnTo>
                  <a:lnTo>
                    <a:pt x="1425917" y="1670329"/>
                  </a:lnTo>
                  <a:lnTo>
                    <a:pt x="1410081" y="1627339"/>
                  </a:lnTo>
                  <a:lnTo>
                    <a:pt x="1391678" y="1585671"/>
                  </a:lnTo>
                  <a:lnTo>
                    <a:pt x="1370812" y="1545399"/>
                  </a:lnTo>
                  <a:lnTo>
                    <a:pt x="1347571" y="1506651"/>
                  </a:lnTo>
                  <a:lnTo>
                    <a:pt x="1322057" y="1469491"/>
                  </a:lnTo>
                  <a:lnTo>
                    <a:pt x="1294358" y="1434033"/>
                  </a:lnTo>
                  <a:lnTo>
                    <a:pt x="1264577" y="1400378"/>
                  </a:lnTo>
                  <a:lnTo>
                    <a:pt x="1232801" y="1368602"/>
                  </a:lnTo>
                  <a:lnTo>
                    <a:pt x="1199146" y="1338821"/>
                  </a:lnTo>
                  <a:lnTo>
                    <a:pt x="1163688" y="1311122"/>
                  </a:lnTo>
                  <a:lnTo>
                    <a:pt x="1126528" y="1285595"/>
                  </a:lnTo>
                  <a:lnTo>
                    <a:pt x="1087767" y="1262354"/>
                  </a:lnTo>
                  <a:lnTo>
                    <a:pt x="1047508" y="1241488"/>
                  </a:lnTo>
                  <a:lnTo>
                    <a:pt x="1005840" y="1223098"/>
                  </a:lnTo>
                  <a:lnTo>
                    <a:pt x="962850" y="1207262"/>
                  </a:lnTo>
                  <a:lnTo>
                    <a:pt x="918654" y="1194092"/>
                  </a:lnTo>
                  <a:lnTo>
                    <a:pt x="873328" y="1183678"/>
                  </a:lnTo>
                  <a:lnTo>
                    <a:pt x="826985" y="1176121"/>
                  </a:lnTo>
                  <a:lnTo>
                    <a:pt x="779703" y="1171524"/>
                  </a:lnTo>
                  <a:lnTo>
                    <a:pt x="731608" y="1169962"/>
                  </a:lnTo>
                  <a:lnTo>
                    <a:pt x="683501" y="1171524"/>
                  </a:lnTo>
                  <a:lnTo>
                    <a:pt x="636231" y="1176121"/>
                  </a:lnTo>
                  <a:lnTo>
                    <a:pt x="589889" y="1183678"/>
                  </a:lnTo>
                  <a:lnTo>
                    <a:pt x="544563" y="1194092"/>
                  </a:lnTo>
                  <a:lnTo>
                    <a:pt x="500367" y="1207262"/>
                  </a:lnTo>
                  <a:lnTo>
                    <a:pt x="457377" y="1223098"/>
                  </a:lnTo>
                  <a:lnTo>
                    <a:pt x="415709" y="1241488"/>
                  </a:lnTo>
                  <a:lnTo>
                    <a:pt x="375437" y="1262354"/>
                  </a:lnTo>
                  <a:lnTo>
                    <a:pt x="336677" y="1285595"/>
                  </a:lnTo>
                  <a:lnTo>
                    <a:pt x="299529" y="1311122"/>
                  </a:lnTo>
                  <a:lnTo>
                    <a:pt x="264071" y="1338821"/>
                  </a:lnTo>
                  <a:lnTo>
                    <a:pt x="230403" y="1368602"/>
                  </a:lnTo>
                  <a:lnTo>
                    <a:pt x="198640" y="1400378"/>
                  </a:lnTo>
                  <a:lnTo>
                    <a:pt x="168859" y="1434033"/>
                  </a:lnTo>
                  <a:lnTo>
                    <a:pt x="141160" y="1469491"/>
                  </a:lnTo>
                  <a:lnTo>
                    <a:pt x="115633" y="1506651"/>
                  </a:lnTo>
                  <a:lnTo>
                    <a:pt x="92392" y="1545399"/>
                  </a:lnTo>
                  <a:lnTo>
                    <a:pt x="71526" y="1585671"/>
                  </a:lnTo>
                  <a:lnTo>
                    <a:pt x="53124" y="1627339"/>
                  </a:lnTo>
                  <a:lnTo>
                    <a:pt x="37299" y="1670329"/>
                  </a:lnTo>
                  <a:lnTo>
                    <a:pt x="24130" y="1714525"/>
                  </a:lnTo>
                  <a:lnTo>
                    <a:pt x="13716" y="1759851"/>
                  </a:lnTo>
                  <a:lnTo>
                    <a:pt x="6159" y="1806194"/>
                  </a:lnTo>
                  <a:lnTo>
                    <a:pt x="1549" y="1853463"/>
                  </a:lnTo>
                  <a:lnTo>
                    <a:pt x="0" y="1901571"/>
                  </a:lnTo>
                  <a:lnTo>
                    <a:pt x="1549" y="1949678"/>
                  </a:lnTo>
                  <a:lnTo>
                    <a:pt x="6159" y="1996948"/>
                  </a:lnTo>
                  <a:lnTo>
                    <a:pt x="13716" y="2043290"/>
                  </a:lnTo>
                  <a:lnTo>
                    <a:pt x="24130" y="2088616"/>
                  </a:lnTo>
                  <a:lnTo>
                    <a:pt x="37299" y="2132812"/>
                  </a:lnTo>
                  <a:lnTo>
                    <a:pt x="53124" y="2175802"/>
                  </a:lnTo>
                  <a:lnTo>
                    <a:pt x="71526" y="2217470"/>
                  </a:lnTo>
                  <a:lnTo>
                    <a:pt x="92392" y="2257729"/>
                  </a:lnTo>
                  <a:lnTo>
                    <a:pt x="115633" y="2296490"/>
                  </a:lnTo>
                  <a:lnTo>
                    <a:pt x="141160" y="2333650"/>
                  </a:lnTo>
                  <a:lnTo>
                    <a:pt x="168859" y="2369108"/>
                  </a:lnTo>
                  <a:lnTo>
                    <a:pt x="198640" y="2402763"/>
                  </a:lnTo>
                  <a:lnTo>
                    <a:pt x="230403" y="2434539"/>
                  </a:lnTo>
                  <a:lnTo>
                    <a:pt x="264071" y="2464320"/>
                  </a:lnTo>
                  <a:lnTo>
                    <a:pt x="299529" y="2492019"/>
                  </a:lnTo>
                  <a:lnTo>
                    <a:pt x="336677" y="2517533"/>
                  </a:lnTo>
                  <a:lnTo>
                    <a:pt x="375437" y="2540774"/>
                  </a:lnTo>
                  <a:lnTo>
                    <a:pt x="415709" y="2561653"/>
                  </a:lnTo>
                  <a:lnTo>
                    <a:pt x="457377" y="2580043"/>
                  </a:lnTo>
                  <a:lnTo>
                    <a:pt x="500367" y="2595880"/>
                  </a:lnTo>
                  <a:lnTo>
                    <a:pt x="544563" y="2609050"/>
                  </a:lnTo>
                  <a:lnTo>
                    <a:pt x="589889" y="2619464"/>
                  </a:lnTo>
                  <a:lnTo>
                    <a:pt x="636231" y="2627020"/>
                  </a:lnTo>
                  <a:lnTo>
                    <a:pt x="683501" y="2631617"/>
                  </a:lnTo>
                  <a:lnTo>
                    <a:pt x="731608" y="2633180"/>
                  </a:lnTo>
                  <a:lnTo>
                    <a:pt x="779703" y="2631617"/>
                  </a:lnTo>
                  <a:lnTo>
                    <a:pt x="826985" y="2627020"/>
                  </a:lnTo>
                  <a:lnTo>
                    <a:pt x="873328" y="2619464"/>
                  </a:lnTo>
                  <a:lnTo>
                    <a:pt x="918654" y="2609050"/>
                  </a:lnTo>
                  <a:lnTo>
                    <a:pt x="962850" y="2595880"/>
                  </a:lnTo>
                  <a:lnTo>
                    <a:pt x="1005840" y="2580043"/>
                  </a:lnTo>
                  <a:lnTo>
                    <a:pt x="1047508" y="2561653"/>
                  </a:lnTo>
                  <a:lnTo>
                    <a:pt x="1087767" y="2540774"/>
                  </a:lnTo>
                  <a:lnTo>
                    <a:pt x="1126528" y="2517533"/>
                  </a:lnTo>
                  <a:lnTo>
                    <a:pt x="1163688" y="2492019"/>
                  </a:lnTo>
                  <a:lnTo>
                    <a:pt x="1199146" y="2464320"/>
                  </a:lnTo>
                  <a:lnTo>
                    <a:pt x="1232801" y="2434539"/>
                  </a:lnTo>
                  <a:lnTo>
                    <a:pt x="1264577" y="2402763"/>
                  </a:lnTo>
                  <a:lnTo>
                    <a:pt x="1294358" y="2369108"/>
                  </a:lnTo>
                  <a:lnTo>
                    <a:pt x="1322057" y="2333650"/>
                  </a:lnTo>
                  <a:lnTo>
                    <a:pt x="1347571" y="2296490"/>
                  </a:lnTo>
                  <a:lnTo>
                    <a:pt x="1370812" y="2257729"/>
                  </a:lnTo>
                  <a:lnTo>
                    <a:pt x="1391678" y="2217470"/>
                  </a:lnTo>
                  <a:lnTo>
                    <a:pt x="1410081" y="2175802"/>
                  </a:lnTo>
                  <a:lnTo>
                    <a:pt x="1425917" y="2132812"/>
                  </a:lnTo>
                  <a:lnTo>
                    <a:pt x="1439087" y="2088616"/>
                  </a:lnTo>
                  <a:lnTo>
                    <a:pt x="1449501" y="2043290"/>
                  </a:lnTo>
                  <a:lnTo>
                    <a:pt x="1457058" y="1996948"/>
                  </a:lnTo>
                  <a:lnTo>
                    <a:pt x="1461655" y="1949678"/>
                  </a:lnTo>
                  <a:lnTo>
                    <a:pt x="1463217" y="1901571"/>
                  </a:lnTo>
                  <a:close/>
                </a:path>
                <a:path w="5935980" h="3541395">
                  <a:moveTo>
                    <a:pt x="3011309" y="2809405"/>
                  </a:moveTo>
                  <a:lnTo>
                    <a:pt x="3009760" y="2761297"/>
                  </a:lnTo>
                  <a:lnTo>
                    <a:pt x="3005150" y="2714028"/>
                  </a:lnTo>
                  <a:lnTo>
                    <a:pt x="2997593" y="2667673"/>
                  </a:lnTo>
                  <a:lnTo>
                    <a:pt x="2987179" y="2622359"/>
                  </a:lnTo>
                  <a:lnTo>
                    <a:pt x="2974009" y="2578150"/>
                  </a:lnTo>
                  <a:lnTo>
                    <a:pt x="2958185" y="2535174"/>
                  </a:lnTo>
                  <a:lnTo>
                    <a:pt x="2939783" y="2493492"/>
                  </a:lnTo>
                  <a:lnTo>
                    <a:pt x="2918917" y="2453233"/>
                  </a:lnTo>
                  <a:lnTo>
                    <a:pt x="2895676" y="2414473"/>
                  </a:lnTo>
                  <a:lnTo>
                    <a:pt x="2870149" y="2377325"/>
                  </a:lnTo>
                  <a:lnTo>
                    <a:pt x="2842450" y="2341867"/>
                  </a:lnTo>
                  <a:lnTo>
                    <a:pt x="2812669" y="2308199"/>
                  </a:lnTo>
                  <a:lnTo>
                    <a:pt x="2780893" y="2276437"/>
                  </a:lnTo>
                  <a:lnTo>
                    <a:pt x="2747238" y="2246642"/>
                  </a:lnTo>
                  <a:lnTo>
                    <a:pt x="2711780" y="2218944"/>
                  </a:lnTo>
                  <a:lnTo>
                    <a:pt x="2674620" y="2193429"/>
                  </a:lnTo>
                  <a:lnTo>
                    <a:pt x="2635872" y="2170188"/>
                  </a:lnTo>
                  <a:lnTo>
                    <a:pt x="2595600" y="2149322"/>
                  </a:lnTo>
                  <a:lnTo>
                    <a:pt x="2553932" y="2130920"/>
                  </a:lnTo>
                  <a:lnTo>
                    <a:pt x="2510942" y="2115083"/>
                  </a:lnTo>
                  <a:lnTo>
                    <a:pt x="2466746" y="2101913"/>
                  </a:lnTo>
                  <a:lnTo>
                    <a:pt x="2421420" y="2091512"/>
                  </a:lnTo>
                  <a:lnTo>
                    <a:pt x="2375077" y="2083955"/>
                  </a:lnTo>
                  <a:lnTo>
                    <a:pt x="2327808" y="2079345"/>
                  </a:lnTo>
                  <a:lnTo>
                    <a:pt x="2279700" y="2077796"/>
                  </a:lnTo>
                  <a:lnTo>
                    <a:pt x="2231593" y="2079345"/>
                  </a:lnTo>
                  <a:lnTo>
                    <a:pt x="2184323" y="2083955"/>
                  </a:lnTo>
                  <a:lnTo>
                    <a:pt x="2137981" y="2091512"/>
                  </a:lnTo>
                  <a:lnTo>
                    <a:pt x="2092655" y="2101913"/>
                  </a:lnTo>
                  <a:lnTo>
                    <a:pt x="2048459" y="2115083"/>
                  </a:lnTo>
                  <a:lnTo>
                    <a:pt x="2005469" y="2130920"/>
                  </a:lnTo>
                  <a:lnTo>
                    <a:pt x="1963801" y="2149322"/>
                  </a:lnTo>
                  <a:lnTo>
                    <a:pt x="1923542" y="2170188"/>
                  </a:lnTo>
                  <a:lnTo>
                    <a:pt x="1884781" y="2193429"/>
                  </a:lnTo>
                  <a:lnTo>
                    <a:pt x="1847621" y="2218944"/>
                  </a:lnTo>
                  <a:lnTo>
                    <a:pt x="1812163" y="2246642"/>
                  </a:lnTo>
                  <a:lnTo>
                    <a:pt x="1778508" y="2276437"/>
                  </a:lnTo>
                  <a:lnTo>
                    <a:pt x="1746732" y="2308199"/>
                  </a:lnTo>
                  <a:lnTo>
                    <a:pt x="1716951" y="2341867"/>
                  </a:lnTo>
                  <a:lnTo>
                    <a:pt x="1689252" y="2377325"/>
                  </a:lnTo>
                  <a:lnTo>
                    <a:pt x="1663738" y="2414473"/>
                  </a:lnTo>
                  <a:lnTo>
                    <a:pt x="1640497" y="2453233"/>
                  </a:lnTo>
                  <a:lnTo>
                    <a:pt x="1619618" y="2493492"/>
                  </a:lnTo>
                  <a:lnTo>
                    <a:pt x="1601228" y="2535174"/>
                  </a:lnTo>
                  <a:lnTo>
                    <a:pt x="1585391" y="2578150"/>
                  </a:lnTo>
                  <a:lnTo>
                    <a:pt x="1572221" y="2622359"/>
                  </a:lnTo>
                  <a:lnTo>
                    <a:pt x="1561807" y="2667673"/>
                  </a:lnTo>
                  <a:lnTo>
                    <a:pt x="1554251" y="2714028"/>
                  </a:lnTo>
                  <a:lnTo>
                    <a:pt x="1549654" y="2761297"/>
                  </a:lnTo>
                  <a:lnTo>
                    <a:pt x="1548091" y="2809405"/>
                  </a:lnTo>
                  <a:lnTo>
                    <a:pt x="1549654" y="2857500"/>
                  </a:lnTo>
                  <a:lnTo>
                    <a:pt x="1554251" y="2904769"/>
                  </a:lnTo>
                  <a:lnTo>
                    <a:pt x="1561807" y="2951124"/>
                  </a:lnTo>
                  <a:lnTo>
                    <a:pt x="1572221" y="2996438"/>
                  </a:lnTo>
                  <a:lnTo>
                    <a:pt x="1585391" y="3040646"/>
                  </a:lnTo>
                  <a:lnTo>
                    <a:pt x="1601228" y="3083623"/>
                  </a:lnTo>
                  <a:lnTo>
                    <a:pt x="1619618" y="3125305"/>
                  </a:lnTo>
                  <a:lnTo>
                    <a:pt x="1640497" y="3165564"/>
                  </a:lnTo>
                  <a:lnTo>
                    <a:pt x="1663738" y="3204324"/>
                  </a:lnTo>
                  <a:lnTo>
                    <a:pt x="1689252" y="3241471"/>
                  </a:lnTo>
                  <a:lnTo>
                    <a:pt x="1716951" y="3276930"/>
                  </a:lnTo>
                  <a:lnTo>
                    <a:pt x="1746732" y="3310598"/>
                  </a:lnTo>
                  <a:lnTo>
                    <a:pt x="1778508" y="3342373"/>
                  </a:lnTo>
                  <a:lnTo>
                    <a:pt x="1812163" y="3372154"/>
                  </a:lnTo>
                  <a:lnTo>
                    <a:pt x="1847621" y="3399853"/>
                  </a:lnTo>
                  <a:lnTo>
                    <a:pt x="1884781" y="3425367"/>
                  </a:lnTo>
                  <a:lnTo>
                    <a:pt x="1923542" y="3448608"/>
                  </a:lnTo>
                  <a:lnTo>
                    <a:pt x="1963801" y="3469475"/>
                  </a:lnTo>
                  <a:lnTo>
                    <a:pt x="2005469" y="3487877"/>
                  </a:lnTo>
                  <a:lnTo>
                    <a:pt x="2048459" y="3503714"/>
                  </a:lnTo>
                  <a:lnTo>
                    <a:pt x="2092655" y="3516884"/>
                  </a:lnTo>
                  <a:lnTo>
                    <a:pt x="2137981" y="3527285"/>
                  </a:lnTo>
                  <a:lnTo>
                    <a:pt x="2184323" y="3534841"/>
                  </a:lnTo>
                  <a:lnTo>
                    <a:pt x="2231593" y="3539452"/>
                  </a:lnTo>
                  <a:lnTo>
                    <a:pt x="2279700" y="3541014"/>
                  </a:lnTo>
                  <a:lnTo>
                    <a:pt x="2327808" y="3539452"/>
                  </a:lnTo>
                  <a:lnTo>
                    <a:pt x="2375077" y="3534841"/>
                  </a:lnTo>
                  <a:lnTo>
                    <a:pt x="2421420" y="3527285"/>
                  </a:lnTo>
                  <a:lnTo>
                    <a:pt x="2466746" y="3516884"/>
                  </a:lnTo>
                  <a:lnTo>
                    <a:pt x="2510942" y="3503714"/>
                  </a:lnTo>
                  <a:lnTo>
                    <a:pt x="2553932" y="3487877"/>
                  </a:lnTo>
                  <a:lnTo>
                    <a:pt x="2595600" y="3469475"/>
                  </a:lnTo>
                  <a:lnTo>
                    <a:pt x="2635872" y="3448608"/>
                  </a:lnTo>
                  <a:lnTo>
                    <a:pt x="2674620" y="3425367"/>
                  </a:lnTo>
                  <a:lnTo>
                    <a:pt x="2711780" y="3399853"/>
                  </a:lnTo>
                  <a:lnTo>
                    <a:pt x="2747238" y="3372154"/>
                  </a:lnTo>
                  <a:lnTo>
                    <a:pt x="2780893" y="3342373"/>
                  </a:lnTo>
                  <a:lnTo>
                    <a:pt x="2812669" y="3310598"/>
                  </a:lnTo>
                  <a:lnTo>
                    <a:pt x="2842450" y="3276930"/>
                  </a:lnTo>
                  <a:lnTo>
                    <a:pt x="2870149" y="3241471"/>
                  </a:lnTo>
                  <a:lnTo>
                    <a:pt x="2895676" y="3204324"/>
                  </a:lnTo>
                  <a:lnTo>
                    <a:pt x="2918917" y="3165564"/>
                  </a:lnTo>
                  <a:lnTo>
                    <a:pt x="2939783" y="3125305"/>
                  </a:lnTo>
                  <a:lnTo>
                    <a:pt x="2958185" y="3083623"/>
                  </a:lnTo>
                  <a:lnTo>
                    <a:pt x="2974009" y="3040646"/>
                  </a:lnTo>
                  <a:lnTo>
                    <a:pt x="2987179" y="2996438"/>
                  </a:lnTo>
                  <a:lnTo>
                    <a:pt x="2997593" y="2951124"/>
                  </a:lnTo>
                  <a:lnTo>
                    <a:pt x="3005150" y="2904769"/>
                  </a:lnTo>
                  <a:lnTo>
                    <a:pt x="3009760" y="2857500"/>
                  </a:lnTo>
                  <a:lnTo>
                    <a:pt x="3011309" y="2809405"/>
                  </a:lnTo>
                  <a:close/>
                </a:path>
                <a:path w="5935980" h="3541395">
                  <a:moveTo>
                    <a:pt x="5103571" y="2382075"/>
                  </a:moveTo>
                  <a:lnTo>
                    <a:pt x="5102022" y="2333968"/>
                  </a:lnTo>
                  <a:lnTo>
                    <a:pt x="5097411" y="2286698"/>
                  </a:lnTo>
                  <a:lnTo>
                    <a:pt x="5089855" y="2240356"/>
                  </a:lnTo>
                  <a:lnTo>
                    <a:pt x="5079441" y="2195030"/>
                  </a:lnTo>
                  <a:lnTo>
                    <a:pt x="5066271" y="2150834"/>
                  </a:lnTo>
                  <a:lnTo>
                    <a:pt x="5050447" y="2107844"/>
                  </a:lnTo>
                  <a:lnTo>
                    <a:pt x="5032045" y="2066175"/>
                  </a:lnTo>
                  <a:lnTo>
                    <a:pt x="5011178" y="2025916"/>
                  </a:lnTo>
                  <a:lnTo>
                    <a:pt x="4987937" y="1987156"/>
                  </a:lnTo>
                  <a:lnTo>
                    <a:pt x="4962410" y="1949996"/>
                  </a:lnTo>
                  <a:lnTo>
                    <a:pt x="4934712" y="1914537"/>
                  </a:lnTo>
                  <a:lnTo>
                    <a:pt x="4904930" y="1880882"/>
                  </a:lnTo>
                  <a:lnTo>
                    <a:pt x="4873155" y="1849107"/>
                  </a:lnTo>
                  <a:lnTo>
                    <a:pt x="4839500" y="1819325"/>
                  </a:lnTo>
                  <a:lnTo>
                    <a:pt x="4804041" y="1791627"/>
                  </a:lnTo>
                  <a:lnTo>
                    <a:pt x="4766881" y="1766112"/>
                  </a:lnTo>
                  <a:lnTo>
                    <a:pt x="4728134" y="1742871"/>
                  </a:lnTo>
                  <a:lnTo>
                    <a:pt x="4687862" y="1721993"/>
                  </a:lnTo>
                  <a:lnTo>
                    <a:pt x="4646193" y="1703603"/>
                  </a:lnTo>
                  <a:lnTo>
                    <a:pt x="4603204" y="1687766"/>
                  </a:lnTo>
                  <a:lnTo>
                    <a:pt x="4559008" y="1674596"/>
                  </a:lnTo>
                  <a:lnTo>
                    <a:pt x="4513681" y="1664182"/>
                  </a:lnTo>
                  <a:lnTo>
                    <a:pt x="4467339" y="1656626"/>
                  </a:lnTo>
                  <a:lnTo>
                    <a:pt x="4420070" y="1652028"/>
                  </a:lnTo>
                  <a:lnTo>
                    <a:pt x="4371962" y="1650466"/>
                  </a:lnTo>
                  <a:lnTo>
                    <a:pt x="4323854" y="1652028"/>
                  </a:lnTo>
                  <a:lnTo>
                    <a:pt x="4276585" y="1656626"/>
                  </a:lnTo>
                  <a:lnTo>
                    <a:pt x="4230243" y="1664182"/>
                  </a:lnTo>
                  <a:lnTo>
                    <a:pt x="4184916" y="1674596"/>
                  </a:lnTo>
                  <a:lnTo>
                    <a:pt x="4140720" y="1687766"/>
                  </a:lnTo>
                  <a:lnTo>
                    <a:pt x="4097731" y="1703603"/>
                  </a:lnTo>
                  <a:lnTo>
                    <a:pt x="4056062" y="1721993"/>
                  </a:lnTo>
                  <a:lnTo>
                    <a:pt x="4015803" y="1742871"/>
                  </a:lnTo>
                  <a:lnTo>
                    <a:pt x="3977043" y="1766112"/>
                  </a:lnTo>
                  <a:lnTo>
                    <a:pt x="3939883" y="1791627"/>
                  </a:lnTo>
                  <a:lnTo>
                    <a:pt x="3904424" y="1819325"/>
                  </a:lnTo>
                  <a:lnTo>
                    <a:pt x="3870769" y="1849107"/>
                  </a:lnTo>
                  <a:lnTo>
                    <a:pt x="3838994" y="1880882"/>
                  </a:lnTo>
                  <a:lnTo>
                    <a:pt x="3809212" y="1914537"/>
                  </a:lnTo>
                  <a:lnTo>
                    <a:pt x="3781514" y="1949996"/>
                  </a:lnTo>
                  <a:lnTo>
                    <a:pt x="3755999" y="1987156"/>
                  </a:lnTo>
                  <a:lnTo>
                    <a:pt x="3732758" y="2025916"/>
                  </a:lnTo>
                  <a:lnTo>
                    <a:pt x="3711879" y="2066175"/>
                  </a:lnTo>
                  <a:lnTo>
                    <a:pt x="3693490" y="2107844"/>
                  </a:lnTo>
                  <a:lnTo>
                    <a:pt x="3677653" y="2150834"/>
                  </a:lnTo>
                  <a:lnTo>
                    <a:pt x="3664483" y="2195030"/>
                  </a:lnTo>
                  <a:lnTo>
                    <a:pt x="3654069" y="2240356"/>
                  </a:lnTo>
                  <a:lnTo>
                    <a:pt x="3646513" y="2286698"/>
                  </a:lnTo>
                  <a:lnTo>
                    <a:pt x="3641915" y="2333968"/>
                  </a:lnTo>
                  <a:lnTo>
                    <a:pt x="3640353" y="2382075"/>
                  </a:lnTo>
                  <a:lnTo>
                    <a:pt x="3641915" y="2430183"/>
                  </a:lnTo>
                  <a:lnTo>
                    <a:pt x="3646513" y="2477452"/>
                  </a:lnTo>
                  <a:lnTo>
                    <a:pt x="3654069" y="2523794"/>
                  </a:lnTo>
                  <a:lnTo>
                    <a:pt x="3664483" y="2569121"/>
                  </a:lnTo>
                  <a:lnTo>
                    <a:pt x="3677653" y="2613317"/>
                  </a:lnTo>
                  <a:lnTo>
                    <a:pt x="3693490" y="2656306"/>
                  </a:lnTo>
                  <a:lnTo>
                    <a:pt x="3711879" y="2697975"/>
                  </a:lnTo>
                  <a:lnTo>
                    <a:pt x="3732758" y="2738247"/>
                  </a:lnTo>
                  <a:lnTo>
                    <a:pt x="3755999" y="2776994"/>
                  </a:lnTo>
                  <a:lnTo>
                    <a:pt x="3781514" y="2814155"/>
                  </a:lnTo>
                  <a:lnTo>
                    <a:pt x="3809212" y="2849613"/>
                  </a:lnTo>
                  <a:lnTo>
                    <a:pt x="3838994" y="2883268"/>
                  </a:lnTo>
                  <a:lnTo>
                    <a:pt x="3870769" y="2915043"/>
                  </a:lnTo>
                  <a:lnTo>
                    <a:pt x="3904424" y="2944825"/>
                  </a:lnTo>
                  <a:lnTo>
                    <a:pt x="3939883" y="2972524"/>
                  </a:lnTo>
                  <a:lnTo>
                    <a:pt x="3977043" y="2998051"/>
                  </a:lnTo>
                  <a:lnTo>
                    <a:pt x="4015803" y="3021292"/>
                  </a:lnTo>
                  <a:lnTo>
                    <a:pt x="4056062" y="3042158"/>
                  </a:lnTo>
                  <a:lnTo>
                    <a:pt x="4097731" y="3060560"/>
                  </a:lnTo>
                  <a:lnTo>
                    <a:pt x="4140720" y="3076384"/>
                  </a:lnTo>
                  <a:lnTo>
                    <a:pt x="4184916" y="3089554"/>
                  </a:lnTo>
                  <a:lnTo>
                    <a:pt x="4230243" y="3099968"/>
                  </a:lnTo>
                  <a:lnTo>
                    <a:pt x="4276585" y="3107525"/>
                  </a:lnTo>
                  <a:lnTo>
                    <a:pt x="4323854" y="3112135"/>
                  </a:lnTo>
                  <a:lnTo>
                    <a:pt x="4371962" y="3113684"/>
                  </a:lnTo>
                  <a:lnTo>
                    <a:pt x="4420070" y="3112135"/>
                  </a:lnTo>
                  <a:lnTo>
                    <a:pt x="4467339" y="3107525"/>
                  </a:lnTo>
                  <a:lnTo>
                    <a:pt x="4513681" y="3099968"/>
                  </a:lnTo>
                  <a:lnTo>
                    <a:pt x="4559008" y="3089554"/>
                  </a:lnTo>
                  <a:lnTo>
                    <a:pt x="4603204" y="3076384"/>
                  </a:lnTo>
                  <a:lnTo>
                    <a:pt x="4646193" y="3060560"/>
                  </a:lnTo>
                  <a:lnTo>
                    <a:pt x="4687862" y="3042158"/>
                  </a:lnTo>
                  <a:lnTo>
                    <a:pt x="4728134" y="3021292"/>
                  </a:lnTo>
                  <a:lnTo>
                    <a:pt x="4766881" y="2998051"/>
                  </a:lnTo>
                  <a:lnTo>
                    <a:pt x="4804041" y="2972524"/>
                  </a:lnTo>
                  <a:lnTo>
                    <a:pt x="4839500" y="2944825"/>
                  </a:lnTo>
                  <a:lnTo>
                    <a:pt x="4873155" y="2915043"/>
                  </a:lnTo>
                  <a:lnTo>
                    <a:pt x="4904930" y="2883268"/>
                  </a:lnTo>
                  <a:lnTo>
                    <a:pt x="4934712" y="2849613"/>
                  </a:lnTo>
                  <a:lnTo>
                    <a:pt x="4962410" y="2814155"/>
                  </a:lnTo>
                  <a:lnTo>
                    <a:pt x="4987937" y="2776994"/>
                  </a:lnTo>
                  <a:lnTo>
                    <a:pt x="5011178" y="2738247"/>
                  </a:lnTo>
                  <a:lnTo>
                    <a:pt x="5032045" y="2697975"/>
                  </a:lnTo>
                  <a:lnTo>
                    <a:pt x="5050447" y="2656306"/>
                  </a:lnTo>
                  <a:lnTo>
                    <a:pt x="5066271" y="2613317"/>
                  </a:lnTo>
                  <a:lnTo>
                    <a:pt x="5079441" y="2569121"/>
                  </a:lnTo>
                  <a:lnTo>
                    <a:pt x="5089855" y="2523794"/>
                  </a:lnTo>
                  <a:lnTo>
                    <a:pt x="5097411" y="2477452"/>
                  </a:lnTo>
                  <a:lnTo>
                    <a:pt x="5102022" y="2430183"/>
                  </a:lnTo>
                  <a:lnTo>
                    <a:pt x="5103571" y="2382075"/>
                  </a:lnTo>
                  <a:close/>
                </a:path>
                <a:path w="5935980" h="3541395">
                  <a:moveTo>
                    <a:pt x="5935510" y="305422"/>
                  </a:moveTo>
                  <a:lnTo>
                    <a:pt x="5903773" y="264071"/>
                  </a:lnTo>
                  <a:lnTo>
                    <a:pt x="5873978" y="230403"/>
                  </a:lnTo>
                  <a:lnTo>
                    <a:pt x="5842216" y="198640"/>
                  </a:lnTo>
                  <a:lnTo>
                    <a:pt x="5808548" y="168859"/>
                  </a:lnTo>
                  <a:lnTo>
                    <a:pt x="5773090" y="141160"/>
                  </a:lnTo>
                  <a:lnTo>
                    <a:pt x="5735942" y="115633"/>
                  </a:lnTo>
                  <a:lnTo>
                    <a:pt x="5697182" y="92392"/>
                  </a:lnTo>
                  <a:lnTo>
                    <a:pt x="5656923" y="71526"/>
                  </a:lnTo>
                  <a:lnTo>
                    <a:pt x="5615241" y="53124"/>
                  </a:lnTo>
                  <a:lnTo>
                    <a:pt x="5572264" y="37299"/>
                  </a:lnTo>
                  <a:lnTo>
                    <a:pt x="5528056" y="24130"/>
                  </a:lnTo>
                  <a:lnTo>
                    <a:pt x="5482742" y="13716"/>
                  </a:lnTo>
                  <a:lnTo>
                    <a:pt x="5436387" y="6159"/>
                  </a:lnTo>
                  <a:lnTo>
                    <a:pt x="5389118" y="1549"/>
                  </a:lnTo>
                  <a:lnTo>
                    <a:pt x="5341010" y="0"/>
                  </a:lnTo>
                  <a:lnTo>
                    <a:pt x="5292915" y="1549"/>
                  </a:lnTo>
                  <a:lnTo>
                    <a:pt x="5245646" y="6159"/>
                  </a:lnTo>
                  <a:lnTo>
                    <a:pt x="5199291" y="13716"/>
                  </a:lnTo>
                  <a:lnTo>
                    <a:pt x="5153977" y="24130"/>
                  </a:lnTo>
                  <a:lnTo>
                    <a:pt x="5109769" y="37299"/>
                  </a:lnTo>
                  <a:lnTo>
                    <a:pt x="5066792" y="53124"/>
                  </a:lnTo>
                  <a:lnTo>
                    <a:pt x="5025110" y="71526"/>
                  </a:lnTo>
                  <a:lnTo>
                    <a:pt x="4984851" y="92392"/>
                  </a:lnTo>
                  <a:lnTo>
                    <a:pt x="4946091" y="115633"/>
                  </a:lnTo>
                  <a:lnTo>
                    <a:pt x="4908943" y="141160"/>
                  </a:lnTo>
                  <a:lnTo>
                    <a:pt x="4873485" y="168859"/>
                  </a:lnTo>
                  <a:lnTo>
                    <a:pt x="4839817" y="198640"/>
                  </a:lnTo>
                  <a:lnTo>
                    <a:pt x="4808042" y="230403"/>
                  </a:lnTo>
                  <a:lnTo>
                    <a:pt x="4778260" y="264071"/>
                  </a:lnTo>
                  <a:lnTo>
                    <a:pt x="4750562" y="299529"/>
                  </a:lnTo>
                  <a:lnTo>
                    <a:pt x="4725047" y="336689"/>
                  </a:lnTo>
                  <a:lnTo>
                    <a:pt x="4701806" y="375437"/>
                  </a:lnTo>
                  <a:lnTo>
                    <a:pt x="4680940" y="415709"/>
                  </a:lnTo>
                  <a:lnTo>
                    <a:pt x="4662538" y="457377"/>
                  </a:lnTo>
                  <a:lnTo>
                    <a:pt x="4646701" y="500367"/>
                  </a:lnTo>
                  <a:lnTo>
                    <a:pt x="4633531" y="544563"/>
                  </a:lnTo>
                  <a:lnTo>
                    <a:pt x="4623130" y="589889"/>
                  </a:lnTo>
                  <a:lnTo>
                    <a:pt x="4615573" y="636231"/>
                  </a:lnTo>
                  <a:lnTo>
                    <a:pt x="4610963" y="683501"/>
                  </a:lnTo>
                  <a:lnTo>
                    <a:pt x="4609414" y="731608"/>
                  </a:lnTo>
                  <a:lnTo>
                    <a:pt x="4610963" y="779703"/>
                  </a:lnTo>
                  <a:lnTo>
                    <a:pt x="4615573" y="826985"/>
                  </a:lnTo>
                  <a:lnTo>
                    <a:pt x="4623130" y="873328"/>
                  </a:lnTo>
                  <a:lnTo>
                    <a:pt x="4633531" y="918654"/>
                  </a:lnTo>
                  <a:lnTo>
                    <a:pt x="4646701" y="962850"/>
                  </a:lnTo>
                  <a:lnTo>
                    <a:pt x="4662538" y="1005840"/>
                  </a:lnTo>
                  <a:lnTo>
                    <a:pt x="4680940" y="1047508"/>
                  </a:lnTo>
                  <a:lnTo>
                    <a:pt x="4701806" y="1087767"/>
                  </a:lnTo>
                  <a:lnTo>
                    <a:pt x="4725047" y="1126528"/>
                  </a:lnTo>
                  <a:lnTo>
                    <a:pt x="4750562" y="1163688"/>
                  </a:lnTo>
                  <a:lnTo>
                    <a:pt x="4778260" y="1199146"/>
                  </a:lnTo>
                  <a:lnTo>
                    <a:pt x="4808042" y="1232801"/>
                  </a:lnTo>
                  <a:lnTo>
                    <a:pt x="4839817" y="1264577"/>
                  </a:lnTo>
                  <a:lnTo>
                    <a:pt x="4873485" y="1294358"/>
                  </a:lnTo>
                  <a:lnTo>
                    <a:pt x="4908943" y="1322057"/>
                  </a:lnTo>
                  <a:lnTo>
                    <a:pt x="4946091" y="1347571"/>
                  </a:lnTo>
                  <a:lnTo>
                    <a:pt x="4984851" y="1370812"/>
                  </a:lnTo>
                  <a:lnTo>
                    <a:pt x="5025110" y="1391691"/>
                  </a:lnTo>
                  <a:lnTo>
                    <a:pt x="5066792" y="1410081"/>
                  </a:lnTo>
                  <a:lnTo>
                    <a:pt x="5109769" y="1425917"/>
                  </a:lnTo>
                  <a:lnTo>
                    <a:pt x="5153977" y="1439087"/>
                  </a:lnTo>
                  <a:lnTo>
                    <a:pt x="5199291" y="1449501"/>
                  </a:lnTo>
                  <a:lnTo>
                    <a:pt x="5245646" y="1457058"/>
                  </a:lnTo>
                  <a:lnTo>
                    <a:pt x="5292915" y="1461655"/>
                  </a:lnTo>
                  <a:lnTo>
                    <a:pt x="5341010" y="1463217"/>
                  </a:lnTo>
                  <a:lnTo>
                    <a:pt x="5389118" y="1461655"/>
                  </a:lnTo>
                  <a:lnTo>
                    <a:pt x="5436387" y="1457058"/>
                  </a:lnTo>
                  <a:lnTo>
                    <a:pt x="5482742" y="1449501"/>
                  </a:lnTo>
                  <a:lnTo>
                    <a:pt x="5528056" y="1439087"/>
                  </a:lnTo>
                  <a:lnTo>
                    <a:pt x="5572264" y="1425917"/>
                  </a:lnTo>
                  <a:lnTo>
                    <a:pt x="5615241" y="1410081"/>
                  </a:lnTo>
                  <a:lnTo>
                    <a:pt x="5656923" y="1391691"/>
                  </a:lnTo>
                  <a:lnTo>
                    <a:pt x="5697182" y="1370812"/>
                  </a:lnTo>
                  <a:lnTo>
                    <a:pt x="5735942" y="1347571"/>
                  </a:lnTo>
                  <a:lnTo>
                    <a:pt x="5773090" y="1322057"/>
                  </a:lnTo>
                  <a:lnTo>
                    <a:pt x="5808548" y="1294358"/>
                  </a:lnTo>
                  <a:lnTo>
                    <a:pt x="5842216" y="1264577"/>
                  </a:lnTo>
                  <a:lnTo>
                    <a:pt x="5873978" y="1232801"/>
                  </a:lnTo>
                  <a:lnTo>
                    <a:pt x="5903773" y="1199146"/>
                  </a:lnTo>
                  <a:lnTo>
                    <a:pt x="5931471" y="1163688"/>
                  </a:lnTo>
                  <a:lnTo>
                    <a:pt x="5935510" y="1157782"/>
                  </a:lnTo>
                  <a:lnTo>
                    <a:pt x="5935510" y="305422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47664" y="8038126"/>
              <a:ext cx="72722" cy="892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713208" y="7717891"/>
              <a:ext cx="741680" cy="608965"/>
            </a:xfrm>
            <a:custGeom>
              <a:avLst/>
              <a:gdLst/>
              <a:ahLst/>
              <a:cxnLst/>
              <a:rect l="l" t="t" r="r" b="b"/>
              <a:pathLst>
                <a:path w="741680" h="608965">
                  <a:moveTo>
                    <a:pt x="726706" y="383159"/>
                  </a:moveTo>
                  <a:lnTo>
                    <a:pt x="716381" y="387426"/>
                  </a:lnTo>
                  <a:lnTo>
                    <a:pt x="705535" y="390575"/>
                  </a:lnTo>
                  <a:lnTo>
                    <a:pt x="694245" y="392544"/>
                  </a:lnTo>
                  <a:lnTo>
                    <a:pt x="682561" y="393217"/>
                  </a:lnTo>
                  <a:lnTo>
                    <a:pt x="432117" y="393204"/>
                  </a:lnTo>
                  <a:lnTo>
                    <a:pt x="423214" y="411480"/>
                  </a:lnTo>
                  <a:lnTo>
                    <a:pt x="409308" y="425958"/>
                  </a:lnTo>
                  <a:lnTo>
                    <a:pt x="391477" y="435508"/>
                  </a:lnTo>
                  <a:lnTo>
                    <a:pt x="370814" y="438937"/>
                  </a:lnTo>
                  <a:lnTo>
                    <a:pt x="350151" y="435508"/>
                  </a:lnTo>
                  <a:lnTo>
                    <a:pt x="332320" y="425958"/>
                  </a:lnTo>
                  <a:lnTo>
                    <a:pt x="318414" y="411480"/>
                  </a:lnTo>
                  <a:lnTo>
                    <a:pt x="309511" y="393204"/>
                  </a:lnTo>
                  <a:lnTo>
                    <a:pt x="59042" y="393204"/>
                  </a:lnTo>
                  <a:lnTo>
                    <a:pt x="47358" y="392531"/>
                  </a:lnTo>
                  <a:lnTo>
                    <a:pt x="36068" y="390563"/>
                  </a:lnTo>
                  <a:lnTo>
                    <a:pt x="25222" y="387413"/>
                  </a:lnTo>
                  <a:lnTo>
                    <a:pt x="14897" y="383146"/>
                  </a:lnTo>
                  <a:lnTo>
                    <a:pt x="14897" y="549452"/>
                  </a:lnTo>
                  <a:lnTo>
                    <a:pt x="19558" y="572376"/>
                  </a:lnTo>
                  <a:lnTo>
                    <a:pt x="32245" y="591146"/>
                  </a:lnTo>
                  <a:lnTo>
                    <a:pt x="51015" y="603834"/>
                  </a:lnTo>
                  <a:lnTo>
                    <a:pt x="73939" y="608495"/>
                  </a:lnTo>
                  <a:lnTo>
                    <a:pt x="667677" y="608495"/>
                  </a:lnTo>
                  <a:lnTo>
                    <a:pt x="690600" y="603834"/>
                  </a:lnTo>
                  <a:lnTo>
                    <a:pt x="709371" y="591146"/>
                  </a:lnTo>
                  <a:lnTo>
                    <a:pt x="722058" y="572376"/>
                  </a:lnTo>
                  <a:lnTo>
                    <a:pt x="726706" y="549452"/>
                  </a:lnTo>
                  <a:lnTo>
                    <a:pt x="726706" y="383159"/>
                  </a:lnTo>
                  <a:close/>
                </a:path>
                <a:path w="741680" h="608965">
                  <a:moveTo>
                    <a:pt x="741591" y="287680"/>
                  </a:moveTo>
                  <a:lnTo>
                    <a:pt x="741578" y="153619"/>
                  </a:lnTo>
                  <a:lnTo>
                    <a:pt x="723531" y="111925"/>
                  </a:lnTo>
                  <a:lnTo>
                    <a:pt x="680097" y="94576"/>
                  </a:lnTo>
                  <a:lnTo>
                    <a:pt x="538391" y="94576"/>
                  </a:lnTo>
                  <a:lnTo>
                    <a:pt x="525322" y="57213"/>
                  </a:lnTo>
                  <a:lnTo>
                    <a:pt x="523709" y="55257"/>
                  </a:lnTo>
                  <a:lnTo>
                    <a:pt x="500735" y="27216"/>
                  </a:lnTo>
                  <a:lnTo>
                    <a:pt x="481545" y="15773"/>
                  </a:lnTo>
                  <a:lnTo>
                    <a:pt x="481545" y="94576"/>
                  </a:lnTo>
                  <a:lnTo>
                    <a:pt x="260045" y="94576"/>
                  </a:lnTo>
                  <a:lnTo>
                    <a:pt x="295998" y="58204"/>
                  </a:lnTo>
                  <a:lnTo>
                    <a:pt x="427570" y="55257"/>
                  </a:lnTo>
                  <a:lnTo>
                    <a:pt x="473494" y="78841"/>
                  </a:lnTo>
                  <a:lnTo>
                    <a:pt x="481545" y="94576"/>
                  </a:lnTo>
                  <a:lnTo>
                    <a:pt x="481545" y="15773"/>
                  </a:lnTo>
                  <a:lnTo>
                    <a:pt x="467258" y="7251"/>
                  </a:lnTo>
                  <a:lnTo>
                    <a:pt x="427570" y="0"/>
                  </a:lnTo>
                  <a:lnTo>
                    <a:pt x="314020" y="0"/>
                  </a:lnTo>
                  <a:lnTo>
                    <a:pt x="274332" y="7251"/>
                  </a:lnTo>
                  <a:lnTo>
                    <a:pt x="240868" y="27216"/>
                  </a:lnTo>
                  <a:lnTo>
                    <a:pt x="216281" y="57213"/>
                  </a:lnTo>
                  <a:lnTo>
                    <a:pt x="203200" y="94576"/>
                  </a:lnTo>
                  <a:lnTo>
                    <a:pt x="61506" y="94576"/>
                  </a:lnTo>
                  <a:lnTo>
                    <a:pt x="37630" y="99237"/>
                  </a:lnTo>
                  <a:lnTo>
                    <a:pt x="18072" y="111925"/>
                  </a:lnTo>
                  <a:lnTo>
                    <a:pt x="4851" y="130695"/>
                  </a:lnTo>
                  <a:lnTo>
                    <a:pt x="0" y="153619"/>
                  </a:lnTo>
                  <a:lnTo>
                    <a:pt x="38" y="290068"/>
                  </a:lnTo>
                  <a:lnTo>
                    <a:pt x="4648" y="312877"/>
                  </a:lnTo>
                  <a:lnTo>
                    <a:pt x="17297" y="331647"/>
                  </a:lnTo>
                  <a:lnTo>
                    <a:pt x="36068" y="344297"/>
                  </a:lnTo>
                  <a:lnTo>
                    <a:pt x="59042" y="348932"/>
                  </a:lnTo>
                  <a:lnTo>
                    <a:pt x="306717" y="348932"/>
                  </a:lnTo>
                  <a:lnTo>
                    <a:pt x="308521" y="336550"/>
                  </a:lnTo>
                  <a:lnTo>
                    <a:pt x="312534" y="325056"/>
                  </a:lnTo>
                  <a:lnTo>
                    <a:pt x="318554" y="314680"/>
                  </a:lnTo>
                  <a:lnTo>
                    <a:pt x="326377" y="305638"/>
                  </a:lnTo>
                  <a:lnTo>
                    <a:pt x="326732" y="305308"/>
                  </a:lnTo>
                  <a:lnTo>
                    <a:pt x="327139" y="305041"/>
                  </a:lnTo>
                  <a:lnTo>
                    <a:pt x="330073" y="302361"/>
                  </a:lnTo>
                  <a:lnTo>
                    <a:pt x="332727" y="300151"/>
                  </a:lnTo>
                  <a:lnTo>
                    <a:pt x="336664" y="297535"/>
                  </a:lnTo>
                  <a:lnTo>
                    <a:pt x="337845" y="297065"/>
                  </a:lnTo>
                  <a:lnTo>
                    <a:pt x="341312" y="295071"/>
                  </a:lnTo>
                  <a:lnTo>
                    <a:pt x="343674" y="293649"/>
                  </a:lnTo>
                  <a:lnTo>
                    <a:pt x="348284" y="291744"/>
                  </a:lnTo>
                  <a:lnTo>
                    <a:pt x="350469" y="291249"/>
                  </a:lnTo>
                  <a:lnTo>
                    <a:pt x="354418" y="290068"/>
                  </a:lnTo>
                  <a:lnTo>
                    <a:pt x="356158" y="289344"/>
                  </a:lnTo>
                  <a:lnTo>
                    <a:pt x="362191" y="288124"/>
                  </a:lnTo>
                  <a:lnTo>
                    <a:pt x="366445" y="287680"/>
                  </a:lnTo>
                  <a:lnTo>
                    <a:pt x="375170" y="287680"/>
                  </a:lnTo>
                  <a:lnTo>
                    <a:pt x="379285" y="288124"/>
                  </a:lnTo>
                  <a:lnTo>
                    <a:pt x="385432" y="289344"/>
                  </a:lnTo>
                  <a:lnTo>
                    <a:pt x="387172" y="290068"/>
                  </a:lnTo>
                  <a:lnTo>
                    <a:pt x="391134" y="291249"/>
                  </a:lnTo>
                  <a:lnTo>
                    <a:pt x="393319" y="291744"/>
                  </a:lnTo>
                  <a:lnTo>
                    <a:pt x="397865" y="293649"/>
                  </a:lnTo>
                  <a:lnTo>
                    <a:pt x="400253" y="295071"/>
                  </a:lnTo>
                  <a:lnTo>
                    <a:pt x="403707" y="297065"/>
                  </a:lnTo>
                  <a:lnTo>
                    <a:pt x="404876" y="297535"/>
                  </a:lnTo>
                  <a:lnTo>
                    <a:pt x="408876" y="300151"/>
                  </a:lnTo>
                  <a:lnTo>
                    <a:pt x="411518" y="302361"/>
                  </a:lnTo>
                  <a:lnTo>
                    <a:pt x="414413" y="305041"/>
                  </a:lnTo>
                  <a:lnTo>
                    <a:pt x="414845" y="305308"/>
                  </a:lnTo>
                  <a:lnTo>
                    <a:pt x="434873" y="348932"/>
                  </a:lnTo>
                  <a:lnTo>
                    <a:pt x="682701" y="348932"/>
                  </a:lnTo>
                  <a:lnTo>
                    <a:pt x="705573" y="344297"/>
                  </a:lnTo>
                  <a:lnTo>
                    <a:pt x="724319" y="331647"/>
                  </a:lnTo>
                  <a:lnTo>
                    <a:pt x="736955" y="312877"/>
                  </a:lnTo>
                  <a:lnTo>
                    <a:pt x="741565" y="290068"/>
                  </a:lnTo>
                  <a:lnTo>
                    <a:pt x="741591" y="287680"/>
                  </a:lnTo>
                  <a:close/>
                </a:path>
              </a:pathLst>
            </a:custGeom>
            <a:solidFill>
              <a:srgbClr val="1B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05535" y="9240735"/>
              <a:ext cx="178789" cy="1163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77703" y="8526521"/>
              <a:ext cx="66218" cy="1210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683106" y="8502871"/>
              <a:ext cx="24130" cy="126364"/>
            </a:xfrm>
            <a:custGeom>
              <a:avLst/>
              <a:gdLst/>
              <a:ahLst/>
              <a:cxnLst/>
              <a:rect l="l" t="t" r="r" b="b"/>
              <a:pathLst>
                <a:path w="24130" h="126365">
                  <a:moveTo>
                    <a:pt x="18919" y="125815"/>
                  </a:moveTo>
                  <a:lnTo>
                    <a:pt x="12297" y="125815"/>
                  </a:lnTo>
                  <a:lnTo>
                    <a:pt x="5675" y="125815"/>
                  </a:lnTo>
                  <a:lnTo>
                    <a:pt x="0" y="121085"/>
                  </a:lnTo>
                  <a:lnTo>
                    <a:pt x="945" y="114463"/>
                  </a:lnTo>
                  <a:lnTo>
                    <a:pt x="945" y="5675"/>
                  </a:lnTo>
                  <a:lnTo>
                    <a:pt x="6621" y="0"/>
                  </a:lnTo>
                  <a:lnTo>
                    <a:pt x="17973" y="0"/>
                  </a:lnTo>
                  <a:lnTo>
                    <a:pt x="23649" y="4729"/>
                  </a:lnTo>
                  <a:lnTo>
                    <a:pt x="23649" y="120139"/>
                  </a:lnTo>
                  <a:lnTo>
                    <a:pt x="18919" y="125815"/>
                  </a:lnTo>
                  <a:close/>
                </a:path>
              </a:pathLst>
            </a:custGeom>
            <a:solidFill>
              <a:srgbClr val="1B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25799" y="8606929"/>
              <a:ext cx="98381" cy="9838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341607" y="8728960"/>
              <a:ext cx="124869" cy="643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865680" y="8605983"/>
              <a:ext cx="100273" cy="993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47831" y="8526521"/>
              <a:ext cx="65272" cy="12108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457959" y="6532867"/>
              <a:ext cx="3728085" cy="2733675"/>
            </a:xfrm>
            <a:custGeom>
              <a:avLst/>
              <a:gdLst/>
              <a:ahLst/>
              <a:cxnLst/>
              <a:rect l="l" t="t" r="r" b="b"/>
              <a:pathLst>
                <a:path w="3728084" h="2733675">
                  <a:moveTo>
                    <a:pt x="227037" y="2250960"/>
                  </a:moveTo>
                  <a:lnTo>
                    <a:pt x="219468" y="2250960"/>
                  </a:lnTo>
                  <a:lnTo>
                    <a:pt x="207403" y="2253450"/>
                  </a:lnTo>
                  <a:lnTo>
                    <a:pt x="197472" y="2260193"/>
                  </a:lnTo>
                  <a:lnTo>
                    <a:pt x="190728" y="2270125"/>
                  </a:lnTo>
                  <a:lnTo>
                    <a:pt x="188252" y="2282190"/>
                  </a:lnTo>
                  <a:lnTo>
                    <a:pt x="188252" y="2310561"/>
                  </a:lnTo>
                  <a:lnTo>
                    <a:pt x="227037" y="2341778"/>
                  </a:lnTo>
                  <a:lnTo>
                    <a:pt x="227037" y="2250960"/>
                  </a:lnTo>
                  <a:close/>
                </a:path>
                <a:path w="3728084" h="2733675">
                  <a:moveTo>
                    <a:pt x="285686" y="2405164"/>
                  </a:moveTo>
                  <a:lnTo>
                    <a:pt x="251625" y="2376779"/>
                  </a:lnTo>
                  <a:lnTo>
                    <a:pt x="251625" y="2465705"/>
                  </a:lnTo>
                  <a:lnTo>
                    <a:pt x="254469" y="2465705"/>
                  </a:lnTo>
                  <a:lnTo>
                    <a:pt x="266522" y="2463215"/>
                  </a:lnTo>
                  <a:lnTo>
                    <a:pt x="276466" y="2456484"/>
                  </a:lnTo>
                  <a:lnTo>
                    <a:pt x="283197" y="2446553"/>
                  </a:lnTo>
                  <a:lnTo>
                    <a:pt x="285686" y="2434488"/>
                  </a:lnTo>
                  <a:lnTo>
                    <a:pt x="285686" y="2405164"/>
                  </a:lnTo>
                  <a:close/>
                </a:path>
                <a:path w="3728084" h="2733675">
                  <a:moveTo>
                    <a:pt x="474052" y="2364486"/>
                  </a:moveTo>
                  <a:lnTo>
                    <a:pt x="471754" y="2319121"/>
                  </a:lnTo>
                  <a:lnTo>
                    <a:pt x="460768" y="2274735"/>
                  </a:lnTo>
                  <a:lnTo>
                    <a:pt x="441007" y="2232647"/>
                  </a:lnTo>
                  <a:lnTo>
                    <a:pt x="415963" y="2198941"/>
                  </a:lnTo>
                  <a:lnTo>
                    <a:pt x="412445" y="2194204"/>
                  </a:lnTo>
                  <a:lnTo>
                    <a:pt x="376529" y="2162010"/>
                  </a:lnTo>
                  <a:lnTo>
                    <a:pt x="335114" y="2138159"/>
                  </a:lnTo>
                  <a:lnTo>
                    <a:pt x="309333" y="2129637"/>
                  </a:lnTo>
                  <a:lnTo>
                    <a:pt x="309333" y="2406104"/>
                  </a:lnTo>
                  <a:lnTo>
                    <a:pt x="309333" y="2435428"/>
                  </a:lnTo>
                  <a:lnTo>
                    <a:pt x="305015" y="2456777"/>
                  </a:lnTo>
                  <a:lnTo>
                    <a:pt x="293255" y="2474214"/>
                  </a:lnTo>
                  <a:lnTo>
                    <a:pt x="275805" y="2485987"/>
                  </a:lnTo>
                  <a:lnTo>
                    <a:pt x="254469" y="2490305"/>
                  </a:lnTo>
                  <a:lnTo>
                    <a:pt x="251625" y="2490305"/>
                  </a:lnTo>
                  <a:lnTo>
                    <a:pt x="251625" y="2514892"/>
                  </a:lnTo>
                  <a:lnTo>
                    <a:pt x="245948" y="2519629"/>
                  </a:lnTo>
                  <a:lnTo>
                    <a:pt x="234594" y="2519629"/>
                  </a:lnTo>
                  <a:lnTo>
                    <a:pt x="228930" y="2513952"/>
                  </a:lnTo>
                  <a:lnTo>
                    <a:pt x="228930" y="2490305"/>
                  </a:lnTo>
                  <a:lnTo>
                    <a:pt x="221361" y="2490305"/>
                  </a:lnTo>
                  <a:lnTo>
                    <a:pt x="200012" y="2485987"/>
                  </a:lnTo>
                  <a:lnTo>
                    <a:pt x="182575" y="2474214"/>
                  </a:lnTo>
                  <a:lnTo>
                    <a:pt x="170802" y="2456777"/>
                  </a:lnTo>
                  <a:lnTo>
                    <a:pt x="166484" y="2435428"/>
                  </a:lnTo>
                  <a:lnTo>
                    <a:pt x="166484" y="2415565"/>
                  </a:lnTo>
                  <a:lnTo>
                    <a:pt x="172161" y="2410841"/>
                  </a:lnTo>
                  <a:lnTo>
                    <a:pt x="183515" y="2410841"/>
                  </a:lnTo>
                  <a:lnTo>
                    <a:pt x="189191" y="2416518"/>
                  </a:lnTo>
                  <a:lnTo>
                    <a:pt x="189191" y="2435428"/>
                  </a:lnTo>
                  <a:lnTo>
                    <a:pt x="191681" y="2447493"/>
                  </a:lnTo>
                  <a:lnTo>
                    <a:pt x="198412" y="2457424"/>
                  </a:lnTo>
                  <a:lnTo>
                    <a:pt x="208343" y="2464168"/>
                  </a:lnTo>
                  <a:lnTo>
                    <a:pt x="220408" y="2466644"/>
                  </a:lnTo>
                  <a:lnTo>
                    <a:pt x="227977" y="2466644"/>
                  </a:lnTo>
                  <a:lnTo>
                    <a:pt x="227977" y="2410841"/>
                  </a:lnTo>
                  <a:lnTo>
                    <a:pt x="227977" y="2367318"/>
                  </a:lnTo>
                  <a:lnTo>
                    <a:pt x="181902" y="2345944"/>
                  </a:lnTo>
                  <a:lnTo>
                    <a:pt x="165544" y="2310561"/>
                  </a:lnTo>
                  <a:lnTo>
                    <a:pt x="165544" y="2282190"/>
                  </a:lnTo>
                  <a:lnTo>
                    <a:pt x="169862" y="2260841"/>
                  </a:lnTo>
                  <a:lnTo>
                    <a:pt x="181622" y="2243404"/>
                  </a:lnTo>
                  <a:lnTo>
                    <a:pt x="199072" y="2231631"/>
                  </a:lnTo>
                  <a:lnTo>
                    <a:pt x="220408" y="2227313"/>
                  </a:lnTo>
                  <a:lnTo>
                    <a:pt x="227977" y="2227313"/>
                  </a:lnTo>
                  <a:lnTo>
                    <a:pt x="227977" y="2203666"/>
                  </a:lnTo>
                  <a:lnTo>
                    <a:pt x="233654" y="2198941"/>
                  </a:lnTo>
                  <a:lnTo>
                    <a:pt x="245008" y="2198941"/>
                  </a:lnTo>
                  <a:lnTo>
                    <a:pt x="250685" y="2204618"/>
                  </a:lnTo>
                  <a:lnTo>
                    <a:pt x="250685" y="2227313"/>
                  </a:lnTo>
                  <a:lnTo>
                    <a:pt x="254469" y="2227313"/>
                  </a:lnTo>
                  <a:lnTo>
                    <a:pt x="275793" y="2231631"/>
                  </a:lnTo>
                  <a:lnTo>
                    <a:pt x="293128" y="2243404"/>
                  </a:lnTo>
                  <a:lnTo>
                    <a:pt x="304622" y="2260841"/>
                  </a:lnTo>
                  <a:lnTo>
                    <a:pt x="308381" y="2282190"/>
                  </a:lnTo>
                  <a:lnTo>
                    <a:pt x="308381" y="2302052"/>
                  </a:lnTo>
                  <a:lnTo>
                    <a:pt x="302717" y="2306777"/>
                  </a:lnTo>
                  <a:lnTo>
                    <a:pt x="291363" y="2306777"/>
                  </a:lnTo>
                  <a:lnTo>
                    <a:pt x="285686" y="2301100"/>
                  </a:lnTo>
                  <a:lnTo>
                    <a:pt x="285686" y="2282190"/>
                  </a:lnTo>
                  <a:lnTo>
                    <a:pt x="283349" y="2270125"/>
                  </a:lnTo>
                  <a:lnTo>
                    <a:pt x="276936" y="2260193"/>
                  </a:lnTo>
                  <a:lnTo>
                    <a:pt x="267322" y="2253450"/>
                  </a:lnTo>
                  <a:lnTo>
                    <a:pt x="255409" y="2250960"/>
                  </a:lnTo>
                  <a:lnTo>
                    <a:pt x="252577" y="2250960"/>
                  </a:lnTo>
                  <a:lnTo>
                    <a:pt x="252577" y="2351240"/>
                  </a:lnTo>
                  <a:lnTo>
                    <a:pt x="279057" y="2361641"/>
                  </a:lnTo>
                  <a:lnTo>
                    <a:pt x="292569" y="2370328"/>
                  </a:lnTo>
                  <a:lnTo>
                    <a:pt x="302006" y="2381389"/>
                  </a:lnTo>
                  <a:lnTo>
                    <a:pt x="307530" y="2393708"/>
                  </a:lnTo>
                  <a:lnTo>
                    <a:pt x="309333" y="2406104"/>
                  </a:lnTo>
                  <a:lnTo>
                    <a:pt x="309333" y="2129637"/>
                  </a:lnTo>
                  <a:lnTo>
                    <a:pt x="289788" y="2123173"/>
                  </a:lnTo>
                  <a:lnTo>
                    <a:pt x="242163" y="2117585"/>
                  </a:lnTo>
                  <a:lnTo>
                    <a:pt x="239331" y="2115693"/>
                  </a:lnTo>
                  <a:lnTo>
                    <a:pt x="233654" y="2115693"/>
                  </a:lnTo>
                  <a:lnTo>
                    <a:pt x="186372" y="2121116"/>
                  </a:lnTo>
                  <a:lnTo>
                    <a:pt x="142341" y="2135365"/>
                  </a:lnTo>
                  <a:lnTo>
                    <a:pt x="102527" y="2157476"/>
                  </a:lnTo>
                  <a:lnTo>
                    <a:pt x="67868" y="2186521"/>
                  </a:lnTo>
                  <a:lnTo>
                    <a:pt x="39344" y="2221547"/>
                  </a:lnTo>
                  <a:lnTo>
                    <a:pt x="17881" y="2261628"/>
                  </a:lnTo>
                  <a:lnTo>
                    <a:pt x="4445" y="2305799"/>
                  </a:lnTo>
                  <a:lnTo>
                    <a:pt x="4356" y="2306777"/>
                  </a:lnTo>
                  <a:lnTo>
                    <a:pt x="0" y="2353132"/>
                  </a:lnTo>
                  <a:lnTo>
                    <a:pt x="101" y="2354072"/>
                  </a:lnTo>
                  <a:lnTo>
                    <a:pt x="5207" y="2402573"/>
                  </a:lnTo>
                  <a:lnTo>
                    <a:pt x="20332" y="2449271"/>
                  </a:lnTo>
                  <a:lnTo>
                    <a:pt x="44691" y="2491879"/>
                  </a:lnTo>
                  <a:lnTo>
                    <a:pt x="77571" y="2529078"/>
                  </a:lnTo>
                  <a:lnTo>
                    <a:pt x="79463" y="2530030"/>
                  </a:lnTo>
                  <a:lnTo>
                    <a:pt x="81356" y="2532862"/>
                  </a:lnTo>
                  <a:lnTo>
                    <a:pt x="109143" y="2561907"/>
                  </a:lnTo>
                  <a:lnTo>
                    <a:pt x="141655" y="2627211"/>
                  </a:lnTo>
                  <a:lnTo>
                    <a:pt x="148513" y="2663418"/>
                  </a:lnTo>
                  <a:lnTo>
                    <a:pt x="149466" y="2667203"/>
                  </a:lnTo>
                  <a:lnTo>
                    <a:pt x="152298" y="2670975"/>
                  </a:lnTo>
                  <a:lnTo>
                    <a:pt x="156083" y="2672867"/>
                  </a:lnTo>
                  <a:lnTo>
                    <a:pt x="305549" y="2731528"/>
                  </a:lnTo>
                  <a:lnTo>
                    <a:pt x="306489" y="2732468"/>
                  </a:lnTo>
                  <a:lnTo>
                    <a:pt x="313118" y="2733421"/>
                  </a:lnTo>
                  <a:lnTo>
                    <a:pt x="315950" y="2730576"/>
                  </a:lnTo>
                  <a:lnTo>
                    <a:pt x="318795" y="2728684"/>
                  </a:lnTo>
                  <a:lnTo>
                    <a:pt x="321627" y="2724899"/>
                  </a:lnTo>
                  <a:lnTo>
                    <a:pt x="321627" y="2721114"/>
                  </a:lnTo>
                  <a:lnTo>
                    <a:pt x="325412" y="2662466"/>
                  </a:lnTo>
                  <a:lnTo>
                    <a:pt x="345516" y="2592578"/>
                  </a:lnTo>
                  <a:lnTo>
                    <a:pt x="389737" y="2534755"/>
                  </a:lnTo>
                  <a:lnTo>
                    <a:pt x="397306" y="2529078"/>
                  </a:lnTo>
                  <a:lnTo>
                    <a:pt x="405714" y="2519629"/>
                  </a:lnTo>
                  <a:lnTo>
                    <a:pt x="429272" y="2493124"/>
                  </a:lnTo>
                  <a:lnTo>
                    <a:pt x="452755" y="2452814"/>
                  </a:lnTo>
                  <a:lnTo>
                    <a:pt x="467702" y="2409494"/>
                  </a:lnTo>
                  <a:lnTo>
                    <a:pt x="474052" y="2364486"/>
                  </a:lnTo>
                  <a:close/>
                </a:path>
                <a:path w="3728084" h="2733675">
                  <a:moveTo>
                    <a:pt x="587451" y="2212187"/>
                  </a:moveTo>
                  <a:lnTo>
                    <a:pt x="585558" y="2206510"/>
                  </a:lnTo>
                  <a:lnTo>
                    <a:pt x="582726" y="2200833"/>
                  </a:lnTo>
                  <a:lnTo>
                    <a:pt x="576097" y="2197989"/>
                  </a:lnTo>
                  <a:lnTo>
                    <a:pt x="570420" y="2199881"/>
                  </a:lnTo>
                  <a:lnTo>
                    <a:pt x="474878" y="2237727"/>
                  </a:lnTo>
                  <a:lnTo>
                    <a:pt x="469201" y="2240559"/>
                  </a:lnTo>
                  <a:lnTo>
                    <a:pt x="465416" y="2247188"/>
                  </a:lnTo>
                  <a:lnTo>
                    <a:pt x="468261" y="2252853"/>
                  </a:lnTo>
                  <a:lnTo>
                    <a:pt x="470154" y="2257590"/>
                  </a:lnTo>
                  <a:lnTo>
                    <a:pt x="473938" y="2260422"/>
                  </a:lnTo>
                  <a:lnTo>
                    <a:pt x="482447" y="2260422"/>
                  </a:lnTo>
                  <a:lnTo>
                    <a:pt x="484339" y="2259482"/>
                  </a:lnTo>
                  <a:lnTo>
                    <a:pt x="584606" y="2219744"/>
                  </a:lnTo>
                  <a:lnTo>
                    <a:pt x="587451" y="2212187"/>
                  </a:lnTo>
                  <a:close/>
                </a:path>
                <a:path w="3728084" h="2733675">
                  <a:moveTo>
                    <a:pt x="3728047" y="204927"/>
                  </a:moveTo>
                  <a:lnTo>
                    <a:pt x="3523107" y="0"/>
                  </a:lnTo>
                  <a:lnTo>
                    <a:pt x="3454692" y="68402"/>
                  </a:lnTo>
                  <a:lnTo>
                    <a:pt x="3621900" y="235597"/>
                  </a:lnTo>
                  <a:lnTo>
                    <a:pt x="3630053" y="242303"/>
                  </a:lnTo>
                  <a:lnTo>
                    <a:pt x="3639223" y="247205"/>
                  </a:lnTo>
                  <a:lnTo>
                    <a:pt x="3649154" y="250215"/>
                  </a:lnTo>
                  <a:lnTo>
                    <a:pt x="3659632" y="251244"/>
                  </a:lnTo>
                  <a:lnTo>
                    <a:pt x="3670135" y="250215"/>
                  </a:lnTo>
                  <a:lnTo>
                    <a:pt x="3680079" y="247205"/>
                  </a:lnTo>
                  <a:lnTo>
                    <a:pt x="3689235" y="242303"/>
                  </a:lnTo>
                  <a:lnTo>
                    <a:pt x="3697376" y="235597"/>
                  </a:lnTo>
                  <a:lnTo>
                    <a:pt x="3728047" y="204927"/>
                  </a:lnTo>
                  <a:close/>
                </a:path>
              </a:pathLst>
            </a:custGeom>
            <a:solidFill>
              <a:srgbClr val="1B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658454" y="6865055"/>
              <a:ext cx="313298" cy="30872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414813" y="6526085"/>
              <a:ext cx="1628139" cy="2509520"/>
            </a:xfrm>
            <a:custGeom>
              <a:avLst/>
              <a:gdLst/>
              <a:ahLst/>
              <a:cxnLst/>
              <a:rect l="l" t="t" r="r" b="b"/>
              <a:pathLst>
                <a:path w="1628140" h="2509520">
                  <a:moveTo>
                    <a:pt x="237185" y="1758937"/>
                  </a:moveTo>
                  <a:lnTo>
                    <a:pt x="231279" y="1754022"/>
                  </a:lnTo>
                  <a:lnTo>
                    <a:pt x="219468" y="1754022"/>
                  </a:lnTo>
                  <a:lnTo>
                    <a:pt x="213563" y="1759927"/>
                  </a:lnTo>
                  <a:lnTo>
                    <a:pt x="213563" y="1858340"/>
                  </a:lnTo>
                  <a:lnTo>
                    <a:pt x="212585" y="1865236"/>
                  </a:lnTo>
                  <a:lnTo>
                    <a:pt x="218490" y="1870151"/>
                  </a:lnTo>
                  <a:lnTo>
                    <a:pt x="225374" y="1870151"/>
                  </a:lnTo>
                  <a:lnTo>
                    <a:pt x="232270" y="1870151"/>
                  </a:lnTo>
                  <a:lnTo>
                    <a:pt x="237185" y="1864245"/>
                  </a:lnTo>
                  <a:lnTo>
                    <a:pt x="237185" y="1758937"/>
                  </a:lnTo>
                  <a:close/>
                </a:path>
                <a:path w="1628140" h="2509520">
                  <a:moveTo>
                    <a:pt x="304114" y="1692008"/>
                  </a:moveTo>
                  <a:lnTo>
                    <a:pt x="298208" y="1687093"/>
                  </a:lnTo>
                  <a:lnTo>
                    <a:pt x="286397" y="1687093"/>
                  </a:lnTo>
                  <a:lnTo>
                    <a:pt x="280492" y="1692998"/>
                  </a:lnTo>
                  <a:lnTo>
                    <a:pt x="280492" y="1812086"/>
                  </a:lnTo>
                  <a:lnTo>
                    <a:pt x="279514" y="1818970"/>
                  </a:lnTo>
                  <a:lnTo>
                    <a:pt x="285419" y="1823897"/>
                  </a:lnTo>
                  <a:lnTo>
                    <a:pt x="292303" y="1823897"/>
                  </a:lnTo>
                  <a:lnTo>
                    <a:pt x="299199" y="1823897"/>
                  </a:lnTo>
                  <a:lnTo>
                    <a:pt x="304114" y="1817992"/>
                  </a:lnTo>
                  <a:lnTo>
                    <a:pt x="304114" y="1692008"/>
                  </a:lnTo>
                  <a:close/>
                </a:path>
                <a:path w="1628140" h="2509520">
                  <a:moveTo>
                    <a:pt x="372021" y="1747126"/>
                  </a:moveTo>
                  <a:lnTo>
                    <a:pt x="366115" y="1742211"/>
                  </a:lnTo>
                  <a:lnTo>
                    <a:pt x="354304" y="1742211"/>
                  </a:lnTo>
                  <a:lnTo>
                    <a:pt x="348399" y="1748116"/>
                  </a:lnTo>
                  <a:lnTo>
                    <a:pt x="348399" y="1818970"/>
                  </a:lnTo>
                  <a:lnTo>
                    <a:pt x="353326" y="1823897"/>
                  </a:lnTo>
                  <a:lnTo>
                    <a:pt x="360210" y="1823897"/>
                  </a:lnTo>
                  <a:lnTo>
                    <a:pt x="367106" y="1823897"/>
                  </a:lnTo>
                  <a:lnTo>
                    <a:pt x="372021" y="1817992"/>
                  </a:lnTo>
                  <a:lnTo>
                    <a:pt x="372021" y="1747126"/>
                  </a:lnTo>
                  <a:close/>
                </a:path>
                <a:path w="1628140" h="2509520">
                  <a:moveTo>
                    <a:pt x="474383" y="1677250"/>
                  </a:moveTo>
                  <a:lnTo>
                    <a:pt x="468477" y="1672336"/>
                  </a:lnTo>
                  <a:lnTo>
                    <a:pt x="456666" y="1672336"/>
                  </a:lnTo>
                  <a:lnTo>
                    <a:pt x="450761" y="1678241"/>
                  </a:lnTo>
                  <a:lnTo>
                    <a:pt x="450761" y="1840623"/>
                  </a:lnTo>
                  <a:lnTo>
                    <a:pt x="455676" y="1845551"/>
                  </a:lnTo>
                  <a:lnTo>
                    <a:pt x="462572" y="1845551"/>
                  </a:lnTo>
                  <a:lnTo>
                    <a:pt x="469455" y="1845551"/>
                  </a:lnTo>
                  <a:lnTo>
                    <a:pt x="474383" y="1839645"/>
                  </a:lnTo>
                  <a:lnTo>
                    <a:pt x="474383" y="1677250"/>
                  </a:lnTo>
                  <a:close/>
                </a:path>
                <a:path w="1628140" h="2509520">
                  <a:moveTo>
                    <a:pt x="497014" y="1994166"/>
                  </a:moveTo>
                  <a:lnTo>
                    <a:pt x="492747" y="1967585"/>
                  </a:lnTo>
                  <a:lnTo>
                    <a:pt x="489508" y="1947443"/>
                  </a:lnTo>
                  <a:lnTo>
                    <a:pt x="468579" y="1906905"/>
                  </a:lnTo>
                  <a:lnTo>
                    <a:pt x="448551" y="1886889"/>
                  </a:lnTo>
                  <a:lnTo>
                    <a:pt x="436638" y="1874977"/>
                  </a:lnTo>
                  <a:lnTo>
                    <a:pt x="398602" y="1855343"/>
                  </a:lnTo>
                  <a:lnTo>
                    <a:pt x="398602" y="2037461"/>
                  </a:lnTo>
                  <a:lnTo>
                    <a:pt x="395490" y="2052764"/>
                  </a:lnTo>
                  <a:lnTo>
                    <a:pt x="387032" y="2065388"/>
                  </a:lnTo>
                  <a:lnTo>
                    <a:pt x="374510" y="2074138"/>
                  </a:lnTo>
                  <a:lnTo>
                    <a:pt x="359232" y="2077821"/>
                  </a:lnTo>
                  <a:lnTo>
                    <a:pt x="359232" y="2094547"/>
                  </a:lnTo>
                  <a:lnTo>
                    <a:pt x="353326" y="2099475"/>
                  </a:lnTo>
                  <a:lnTo>
                    <a:pt x="341515" y="2099475"/>
                  </a:lnTo>
                  <a:lnTo>
                    <a:pt x="335610" y="2093569"/>
                  </a:lnTo>
                  <a:lnTo>
                    <a:pt x="335610" y="2077821"/>
                  </a:lnTo>
                  <a:lnTo>
                    <a:pt x="320319" y="2074138"/>
                  </a:lnTo>
                  <a:lnTo>
                    <a:pt x="307809" y="2065388"/>
                  </a:lnTo>
                  <a:lnTo>
                    <a:pt x="299351" y="2052764"/>
                  </a:lnTo>
                  <a:lnTo>
                    <a:pt x="296240" y="2037461"/>
                  </a:lnTo>
                  <a:lnTo>
                    <a:pt x="297230" y="2029587"/>
                  </a:lnTo>
                  <a:lnTo>
                    <a:pt x="297230" y="2022703"/>
                  </a:lnTo>
                  <a:lnTo>
                    <a:pt x="303136" y="2017776"/>
                  </a:lnTo>
                  <a:lnTo>
                    <a:pt x="314947" y="2017776"/>
                  </a:lnTo>
                  <a:lnTo>
                    <a:pt x="320840" y="2023681"/>
                  </a:lnTo>
                  <a:lnTo>
                    <a:pt x="320840" y="2047303"/>
                  </a:lnTo>
                  <a:lnTo>
                    <a:pt x="327736" y="2054199"/>
                  </a:lnTo>
                  <a:lnTo>
                    <a:pt x="368084" y="2054199"/>
                  </a:lnTo>
                  <a:lnTo>
                    <a:pt x="374980" y="2047303"/>
                  </a:lnTo>
                  <a:lnTo>
                    <a:pt x="374980" y="2017776"/>
                  </a:lnTo>
                  <a:lnTo>
                    <a:pt x="374980" y="2016798"/>
                  </a:lnTo>
                  <a:lnTo>
                    <a:pt x="373989" y="2011870"/>
                  </a:lnTo>
                  <a:lnTo>
                    <a:pt x="367106" y="2008924"/>
                  </a:lnTo>
                  <a:lnTo>
                    <a:pt x="319862" y="2001050"/>
                  </a:lnTo>
                  <a:lnTo>
                    <a:pt x="309791" y="1995817"/>
                  </a:lnTo>
                  <a:lnTo>
                    <a:pt x="302018" y="1988007"/>
                  </a:lnTo>
                  <a:lnTo>
                    <a:pt x="297027" y="1978355"/>
                  </a:lnTo>
                  <a:lnTo>
                    <a:pt x="295262" y="1967585"/>
                  </a:lnTo>
                  <a:lnTo>
                    <a:pt x="295351" y="1947443"/>
                  </a:lnTo>
                  <a:lnTo>
                    <a:pt x="319341" y="1911223"/>
                  </a:lnTo>
                  <a:lnTo>
                    <a:pt x="334619" y="1907552"/>
                  </a:lnTo>
                  <a:lnTo>
                    <a:pt x="334619" y="1891804"/>
                  </a:lnTo>
                  <a:lnTo>
                    <a:pt x="340525" y="1886889"/>
                  </a:lnTo>
                  <a:lnTo>
                    <a:pt x="352336" y="1886889"/>
                  </a:lnTo>
                  <a:lnTo>
                    <a:pt x="358241" y="1892795"/>
                  </a:lnTo>
                  <a:lnTo>
                    <a:pt x="358241" y="1906562"/>
                  </a:lnTo>
                  <a:lnTo>
                    <a:pt x="373532" y="1910245"/>
                  </a:lnTo>
                  <a:lnTo>
                    <a:pt x="386054" y="1918995"/>
                  </a:lnTo>
                  <a:lnTo>
                    <a:pt x="394512" y="1931619"/>
                  </a:lnTo>
                  <a:lnTo>
                    <a:pt x="397611" y="1946922"/>
                  </a:lnTo>
                  <a:lnTo>
                    <a:pt x="397611" y="1962670"/>
                  </a:lnTo>
                  <a:lnTo>
                    <a:pt x="391706" y="1967585"/>
                  </a:lnTo>
                  <a:lnTo>
                    <a:pt x="379895" y="1967585"/>
                  </a:lnTo>
                  <a:lnTo>
                    <a:pt x="373989" y="1961680"/>
                  </a:lnTo>
                  <a:lnTo>
                    <a:pt x="373989" y="1938058"/>
                  </a:lnTo>
                  <a:lnTo>
                    <a:pt x="367106" y="1931174"/>
                  </a:lnTo>
                  <a:lnTo>
                    <a:pt x="358241" y="1930184"/>
                  </a:lnTo>
                  <a:lnTo>
                    <a:pt x="326745" y="1930184"/>
                  </a:lnTo>
                  <a:lnTo>
                    <a:pt x="319862" y="1937080"/>
                  </a:lnTo>
                  <a:lnTo>
                    <a:pt x="319862" y="1969554"/>
                  </a:lnTo>
                  <a:lnTo>
                    <a:pt x="322808" y="1973491"/>
                  </a:lnTo>
                  <a:lnTo>
                    <a:pt x="326745" y="1975459"/>
                  </a:lnTo>
                  <a:lnTo>
                    <a:pt x="374980" y="1984324"/>
                  </a:lnTo>
                  <a:lnTo>
                    <a:pt x="385038" y="1989569"/>
                  </a:lnTo>
                  <a:lnTo>
                    <a:pt x="392696" y="1997481"/>
                  </a:lnTo>
                  <a:lnTo>
                    <a:pt x="397395" y="2007438"/>
                  </a:lnTo>
                  <a:lnTo>
                    <a:pt x="398487" y="2017776"/>
                  </a:lnTo>
                  <a:lnTo>
                    <a:pt x="398602" y="2037461"/>
                  </a:lnTo>
                  <a:lnTo>
                    <a:pt x="398602" y="1855343"/>
                  </a:lnTo>
                  <a:lnTo>
                    <a:pt x="396113" y="1854047"/>
                  </a:lnTo>
                  <a:lnTo>
                    <a:pt x="349389" y="1846529"/>
                  </a:lnTo>
                  <a:lnTo>
                    <a:pt x="302666" y="1854047"/>
                  </a:lnTo>
                  <a:lnTo>
                    <a:pt x="262128" y="1874977"/>
                  </a:lnTo>
                  <a:lnTo>
                    <a:pt x="230200" y="1906905"/>
                  </a:lnTo>
                  <a:lnTo>
                    <a:pt x="209270" y="1947443"/>
                  </a:lnTo>
                  <a:lnTo>
                    <a:pt x="201764" y="1994166"/>
                  </a:lnTo>
                  <a:lnTo>
                    <a:pt x="209270" y="2040877"/>
                  </a:lnTo>
                  <a:lnTo>
                    <a:pt x="230200" y="2081415"/>
                  </a:lnTo>
                  <a:lnTo>
                    <a:pt x="262128" y="2113356"/>
                  </a:lnTo>
                  <a:lnTo>
                    <a:pt x="302666" y="2134273"/>
                  </a:lnTo>
                  <a:lnTo>
                    <a:pt x="349389" y="2141791"/>
                  </a:lnTo>
                  <a:lnTo>
                    <a:pt x="396113" y="2134273"/>
                  </a:lnTo>
                  <a:lnTo>
                    <a:pt x="436638" y="2113356"/>
                  </a:lnTo>
                  <a:lnTo>
                    <a:pt x="450519" y="2099475"/>
                  </a:lnTo>
                  <a:lnTo>
                    <a:pt x="468579" y="2081415"/>
                  </a:lnTo>
                  <a:lnTo>
                    <a:pt x="489508" y="2040877"/>
                  </a:lnTo>
                  <a:lnTo>
                    <a:pt x="497014" y="1994166"/>
                  </a:lnTo>
                  <a:close/>
                </a:path>
                <a:path w="1628140" h="2509520">
                  <a:moveTo>
                    <a:pt x="745032" y="2421305"/>
                  </a:moveTo>
                  <a:lnTo>
                    <a:pt x="739127" y="2415400"/>
                  </a:lnTo>
                  <a:lnTo>
                    <a:pt x="732243" y="2415400"/>
                  </a:lnTo>
                  <a:lnTo>
                    <a:pt x="725347" y="2416378"/>
                  </a:lnTo>
                  <a:lnTo>
                    <a:pt x="719442" y="2421305"/>
                  </a:lnTo>
                  <a:lnTo>
                    <a:pt x="719442" y="2428189"/>
                  </a:lnTo>
                  <a:lnTo>
                    <a:pt x="719442" y="2435085"/>
                  </a:lnTo>
                  <a:lnTo>
                    <a:pt x="725347" y="2440978"/>
                  </a:lnTo>
                  <a:lnTo>
                    <a:pt x="739127" y="2440978"/>
                  </a:lnTo>
                  <a:lnTo>
                    <a:pt x="745032" y="2435085"/>
                  </a:lnTo>
                  <a:lnTo>
                    <a:pt x="745032" y="2421305"/>
                  </a:lnTo>
                  <a:close/>
                </a:path>
                <a:path w="1628140" h="2509520">
                  <a:moveTo>
                    <a:pt x="841489" y="2491181"/>
                  </a:moveTo>
                  <a:lnTo>
                    <a:pt x="837552" y="2485275"/>
                  </a:lnTo>
                  <a:lnTo>
                    <a:pt x="676135" y="2485275"/>
                  </a:lnTo>
                  <a:lnTo>
                    <a:pt x="676135" y="2388819"/>
                  </a:lnTo>
                  <a:lnTo>
                    <a:pt x="676135" y="2237257"/>
                  </a:lnTo>
                  <a:lnTo>
                    <a:pt x="676135" y="2213635"/>
                  </a:lnTo>
                  <a:lnTo>
                    <a:pt x="812939" y="2213635"/>
                  </a:lnTo>
                  <a:lnTo>
                    <a:pt x="817867" y="2207730"/>
                  </a:lnTo>
                  <a:lnTo>
                    <a:pt x="817867" y="2195919"/>
                  </a:lnTo>
                  <a:lnTo>
                    <a:pt x="811961" y="2190013"/>
                  </a:lnTo>
                  <a:lnTo>
                    <a:pt x="676135" y="2190013"/>
                  </a:lnTo>
                  <a:lnTo>
                    <a:pt x="676135" y="2143760"/>
                  </a:lnTo>
                  <a:lnTo>
                    <a:pt x="670229" y="2138832"/>
                  </a:lnTo>
                  <a:lnTo>
                    <a:pt x="658418" y="2138832"/>
                  </a:lnTo>
                  <a:lnTo>
                    <a:pt x="652513" y="2144738"/>
                  </a:lnTo>
                  <a:lnTo>
                    <a:pt x="652513" y="2190013"/>
                  </a:lnTo>
                  <a:lnTo>
                    <a:pt x="574763" y="2190013"/>
                  </a:lnTo>
                  <a:lnTo>
                    <a:pt x="569849" y="2194941"/>
                  </a:lnTo>
                  <a:lnTo>
                    <a:pt x="569849" y="2237257"/>
                  </a:lnTo>
                  <a:lnTo>
                    <a:pt x="569849" y="2388819"/>
                  </a:lnTo>
                  <a:lnTo>
                    <a:pt x="465518" y="2388819"/>
                  </a:lnTo>
                  <a:lnTo>
                    <a:pt x="193890" y="2288438"/>
                  </a:lnTo>
                  <a:lnTo>
                    <a:pt x="31496" y="2176234"/>
                  </a:lnTo>
                  <a:lnTo>
                    <a:pt x="35433" y="2172297"/>
                  </a:lnTo>
                  <a:lnTo>
                    <a:pt x="49872" y="2163762"/>
                  </a:lnTo>
                  <a:lnTo>
                    <a:pt x="66802" y="2162340"/>
                  </a:lnTo>
                  <a:lnTo>
                    <a:pt x="84289" y="2166620"/>
                  </a:lnTo>
                  <a:lnTo>
                    <a:pt x="100393" y="2175256"/>
                  </a:lnTo>
                  <a:lnTo>
                    <a:pt x="205701" y="2236266"/>
                  </a:lnTo>
                  <a:lnTo>
                    <a:pt x="247027" y="2260879"/>
                  </a:lnTo>
                  <a:lnTo>
                    <a:pt x="250964" y="2262848"/>
                  </a:lnTo>
                  <a:lnTo>
                    <a:pt x="435991" y="2262848"/>
                  </a:lnTo>
                  <a:lnTo>
                    <a:pt x="440918" y="2256942"/>
                  </a:lnTo>
                  <a:lnTo>
                    <a:pt x="440918" y="2244140"/>
                  </a:lnTo>
                  <a:lnTo>
                    <a:pt x="435013" y="2239226"/>
                  </a:lnTo>
                  <a:lnTo>
                    <a:pt x="316903" y="2239226"/>
                  </a:lnTo>
                  <a:lnTo>
                    <a:pt x="314464" y="2238235"/>
                  </a:lnTo>
                  <a:lnTo>
                    <a:pt x="303911" y="2233993"/>
                  </a:lnTo>
                  <a:lnTo>
                    <a:pt x="293408" y="2223973"/>
                  </a:lnTo>
                  <a:lnTo>
                    <a:pt x="286042" y="2210993"/>
                  </a:lnTo>
                  <a:lnTo>
                    <a:pt x="282460" y="2196909"/>
                  </a:lnTo>
                  <a:lnTo>
                    <a:pt x="461581" y="2196909"/>
                  </a:lnTo>
                  <a:lnTo>
                    <a:pt x="533425" y="2259888"/>
                  </a:lnTo>
                  <a:lnTo>
                    <a:pt x="535393" y="2261857"/>
                  </a:lnTo>
                  <a:lnTo>
                    <a:pt x="538353" y="2262848"/>
                  </a:lnTo>
                  <a:lnTo>
                    <a:pt x="568858" y="2262848"/>
                  </a:lnTo>
                  <a:lnTo>
                    <a:pt x="569849" y="2388819"/>
                  </a:lnTo>
                  <a:lnTo>
                    <a:pt x="569849" y="2237257"/>
                  </a:lnTo>
                  <a:lnTo>
                    <a:pt x="547204" y="2237257"/>
                  </a:lnTo>
                  <a:lnTo>
                    <a:pt x="501180" y="2196909"/>
                  </a:lnTo>
                  <a:lnTo>
                    <a:pt x="475361" y="2174265"/>
                  </a:lnTo>
                  <a:lnTo>
                    <a:pt x="473392" y="2172297"/>
                  </a:lnTo>
                  <a:lnTo>
                    <a:pt x="470446" y="2171319"/>
                  </a:lnTo>
                  <a:lnTo>
                    <a:pt x="265734" y="2171319"/>
                  </a:lnTo>
                  <a:lnTo>
                    <a:pt x="259829" y="2176234"/>
                  </a:lnTo>
                  <a:lnTo>
                    <a:pt x="259829" y="2183130"/>
                  </a:lnTo>
                  <a:lnTo>
                    <a:pt x="258838" y="2190013"/>
                  </a:lnTo>
                  <a:lnTo>
                    <a:pt x="259918" y="2203081"/>
                  </a:lnTo>
                  <a:lnTo>
                    <a:pt x="263029" y="2215604"/>
                  </a:lnTo>
                  <a:lnTo>
                    <a:pt x="267982" y="2227389"/>
                  </a:lnTo>
                  <a:lnTo>
                    <a:pt x="274586" y="2238235"/>
                  </a:lnTo>
                  <a:lnTo>
                    <a:pt x="260807" y="2238235"/>
                  </a:lnTo>
                  <a:lnTo>
                    <a:pt x="245516" y="2214626"/>
                  </a:lnTo>
                  <a:lnTo>
                    <a:pt x="215531" y="2168347"/>
                  </a:lnTo>
                  <a:lnTo>
                    <a:pt x="215531" y="2214626"/>
                  </a:lnTo>
                  <a:lnTo>
                    <a:pt x="144678" y="2173287"/>
                  </a:lnTo>
                  <a:lnTo>
                    <a:pt x="138315" y="2162340"/>
                  </a:lnTo>
                  <a:lnTo>
                    <a:pt x="130962" y="2149665"/>
                  </a:lnTo>
                  <a:lnTo>
                    <a:pt x="126961" y="2142769"/>
                  </a:lnTo>
                  <a:lnTo>
                    <a:pt x="132867" y="2140801"/>
                  </a:lnTo>
                  <a:lnTo>
                    <a:pt x="149237" y="2139924"/>
                  </a:lnTo>
                  <a:lnTo>
                    <a:pt x="164973" y="2146338"/>
                  </a:lnTo>
                  <a:lnTo>
                    <a:pt x="178676" y="2158111"/>
                  </a:lnTo>
                  <a:lnTo>
                    <a:pt x="188963" y="2173287"/>
                  </a:lnTo>
                  <a:lnTo>
                    <a:pt x="215531" y="2214626"/>
                  </a:lnTo>
                  <a:lnTo>
                    <a:pt x="215531" y="2168347"/>
                  </a:lnTo>
                  <a:lnTo>
                    <a:pt x="204711" y="2151634"/>
                  </a:lnTo>
                  <a:lnTo>
                    <a:pt x="194297" y="2139924"/>
                  </a:lnTo>
                  <a:lnTo>
                    <a:pt x="189230" y="2134222"/>
                  </a:lnTo>
                  <a:lnTo>
                    <a:pt x="170141" y="2121611"/>
                  </a:lnTo>
                  <a:lnTo>
                    <a:pt x="148653" y="2115642"/>
                  </a:lnTo>
                  <a:lnTo>
                    <a:pt x="125971" y="2118169"/>
                  </a:lnTo>
                  <a:lnTo>
                    <a:pt x="106286" y="2125053"/>
                  </a:lnTo>
                  <a:lnTo>
                    <a:pt x="100393" y="2128012"/>
                  </a:lnTo>
                  <a:lnTo>
                    <a:pt x="96456" y="2134895"/>
                  </a:lnTo>
                  <a:lnTo>
                    <a:pt x="99402" y="2140801"/>
                  </a:lnTo>
                  <a:lnTo>
                    <a:pt x="104317" y="2149665"/>
                  </a:lnTo>
                  <a:lnTo>
                    <a:pt x="82499" y="2141169"/>
                  </a:lnTo>
                  <a:lnTo>
                    <a:pt x="37757" y="2143023"/>
                  </a:lnTo>
                  <a:lnTo>
                    <a:pt x="3937" y="2171319"/>
                  </a:lnTo>
                  <a:lnTo>
                    <a:pt x="0" y="2177224"/>
                  </a:lnTo>
                  <a:lnTo>
                    <a:pt x="977" y="2185098"/>
                  </a:lnTo>
                  <a:lnTo>
                    <a:pt x="5905" y="2189035"/>
                  </a:lnTo>
                  <a:lnTo>
                    <a:pt x="182079" y="2310092"/>
                  </a:lnTo>
                  <a:lnTo>
                    <a:pt x="458635" y="2413431"/>
                  </a:lnTo>
                  <a:lnTo>
                    <a:pt x="568858" y="2413431"/>
                  </a:lnTo>
                  <a:lnTo>
                    <a:pt x="568858" y="2440000"/>
                  </a:lnTo>
                  <a:lnTo>
                    <a:pt x="573786" y="2444915"/>
                  </a:lnTo>
                  <a:lnTo>
                    <a:pt x="650544" y="2444915"/>
                  </a:lnTo>
                  <a:lnTo>
                    <a:pt x="650544" y="2503970"/>
                  </a:lnTo>
                  <a:lnTo>
                    <a:pt x="656450" y="2508897"/>
                  </a:lnTo>
                  <a:lnTo>
                    <a:pt x="836561" y="2508897"/>
                  </a:lnTo>
                  <a:lnTo>
                    <a:pt x="841489" y="2502992"/>
                  </a:lnTo>
                  <a:lnTo>
                    <a:pt x="841489" y="2491181"/>
                  </a:lnTo>
                  <a:close/>
                </a:path>
                <a:path w="1628140" h="2509520">
                  <a:moveTo>
                    <a:pt x="1059434" y="68402"/>
                  </a:moveTo>
                  <a:lnTo>
                    <a:pt x="991019" y="0"/>
                  </a:lnTo>
                  <a:lnTo>
                    <a:pt x="786053" y="204952"/>
                  </a:lnTo>
                  <a:lnTo>
                    <a:pt x="816737" y="235623"/>
                  </a:lnTo>
                  <a:lnTo>
                    <a:pt x="824877" y="242316"/>
                  </a:lnTo>
                  <a:lnTo>
                    <a:pt x="834034" y="247218"/>
                  </a:lnTo>
                  <a:lnTo>
                    <a:pt x="843965" y="250228"/>
                  </a:lnTo>
                  <a:lnTo>
                    <a:pt x="854456" y="251244"/>
                  </a:lnTo>
                  <a:lnTo>
                    <a:pt x="864971" y="250228"/>
                  </a:lnTo>
                  <a:lnTo>
                    <a:pt x="874928" y="247218"/>
                  </a:lnTo>
                  <a:lnTo>
                    <a:pt x="884085" y="242316"/>
                  </a:lnTo>
                  <a:lnTo>
                    <a:pt x="892213" y="235623"/>
                  </a:lnTo>
                  <a:lnTo>
                    <a:pt x="1059434" y="68402"/>
                  </a:lnTo>
                  <a:close/>
                </a:path>
                <a:path w="1628140" h="2509520">
                  <a:moveTo>
                    <a:pt x="1399209" y="271526"/>
                  </a:moveTo>
                  <a:lnTo>
                    <a:pt x="1238377" y="110693"/>
                  </a:lnTo>
                  <a:lnTo>
                    <a:pt x="1204468" y="96634"/>
                  </a:lnTo>
                  <a:lnTo>
                    <a:pt x="1195019" y="97548"/>
                  </a:lnTo>
                  <a:lnTo>
                    <a:pt x="1186091" y="100266"/>
                  </a:lnTo>
                  <a:lnTo>
                    <a:pt x="1177848" y="104673"/>
                  </a:lnTo>
                  <a:lnTo>
                    <a:pt x="1157820" y="121132"/>
                  </a:lnTo>
                  <a:lnTo>
                    <a:pt x="1143533" y="128778"/>
                  </a:lnTo>
                  <a:lnTo>
                    <a:pt x="1128026" y="133477"/>
                  </a:lnTo>
                  <a:lnTo>
                    <a:pt x="1111656" y="135077"/>
                  </a:lnTo>
                  <a:lnTo>
                    <a:pt x="1097737" y="133921"/>
                  </a:lnTo>
                  <a:lnTo>
                    <a:pt x="1084402" y="130530"/>
                  </a:lnTo>
                  <a:lnTo>
                    <a:pt x="1071854" y="125006"/>
                  </a:lnTo>
                  <a:lnTo>
                    <a:pt x="1060348" y="117411"/>
                  </a:lnTo>
                  <a:lnTo>
                    <a:pt x="929665" y="248081"/>
                  </a:lnTo>
                  <a:lnTo>
                    <a:pt x="1033957" y="352386"/>
                  </a:lnTo>
                  <a:lnTo>
                    <a:pt x="1143076" y="242531"/>
                  </a:lnTo>
                  <a:lnTo>
                    <a:pt x="1145197" y="240398"/>
                  </a:lnTo>
                  <a:lnTo>
                    <a:pt x="1179893" y="222161"/>
                  </a:lnTo>
                  <a:lnTo>
                    <a:pt x="1194879" y="220116"/>
                  </a:lnTo>
                  <a:lnTo>
                    <a:pt x="1202766" y="220116"/>
                  </a:lnTo>
                  <a:lnTo>
                    <a:pt x="1242593" y="235356"/>
                  </a:lnTo>
                  <a:lnTo>
                    <a:pt x="1305331" y="297040"/>
                  </a:lnTo>
                  <a:lnTo>
                    <a:pt x="1312672" y="303072"/>
                  </a:lnTo>
                  <a:lnTo>
                    <a:pt x="1320927" y="307492"/>
                  </a:lnTo>
                  <a:lnTo>
                    <a:pt x="1329893" y="310222"/>
                  </a:lnTo>
                  <a:lnTo>
                    <a:pt x="1339354" y="311150"/>
                  </a:lnTo>
                  <a:lnTo>
                    <a:pt x="1348727" y="310235"/>
                  </a:lnTo>
                  <a:lnTo>
                    <a:pt x="1357617" y="307568"/>
                  </a:lnTo>
                  <a:lnTo>
                    <a:pt x="1365834" y="303212"/>
                  </a:lnTo>
                  <a:lnTo>
                    <a:pt x="1373149" y="297268"/>
                  </a:lnTo>
                  <a:lnTo>
                    <a:pt x="1399209" y="271526"/>
                  </a:lnTo>
                  <a:close/>
                </a:path>
                <a:path w="1628140" h="2509520">
                  <a:moveTo>
                    <a:pt x="1627593" y="254901"/>
                  </a:moveTo>
                  <a:lnTo>
                    <a:pt x="1496898" y="124167"/>
                  </a:lnTo>
                  <a:lnTo>
                    <a:pt x="1485366" y="131775"/>
                  </a:lnTo>
                  <a:lnTo>
                    <a:pt x="1472831" y="137312"/>
                  </a:lnTo>
                  <a:lnTo>
                    <a:pt x="1459496" y="140703"/>
                  </a:lnTo>
                  <a:lnTo>
                    <a:pt x="1445590" y="141846"/>
                  </a:lnTo>
                  <a:lnTo>
                    <a:pt x="1429207" y="140246"/>
                  </a:lnTo>
                  <a:lnTo>
                    <a:pt x="1413700" y="135547"/>
                  </a:lnTo>
                  <a:lnTo>
                    <a:pt x="1399413" y="127901"/>
                  </a:lnTo>
                  <a:lnTo>
                    <a:pt x="1379385" y="111442"/>
                  </a:lnTo>
                  <a:lnTo>
                    <a:pt x="1371155" y="107048"/>
                  </a:lnTo>
                  <a:lnTo>
                    <a:pt x="1362214" y="104343"/>
                  </a:lnTo>
                  <a:lnTo>
                    <a:pt x="1352791" y="103416"/>
                  </a:lnTo>
                  <a:lnTo>
                    <a:pt x="1343342" y="104343"/>
                  </a:lnTo>
                  <a:lnTo>
                    <a:pt x="1334401" y="107048"/>
                  </a:lnTo>
                  <a:lnTo>
                    <a:pt x="1326184" y="111455"/>
                  </a:lnTo>
                  <a:lnTo>
                    <a:pt x="1318856" y="117462"/>
                  </a:lnTo>
                  <a:lnTo>
                    <a:pt x="1306982" y="129362"/>
                  </a:lnTo>
                  <a:lnTo>
                    <a:pt x="1440078" y="262458"/>
                  </a:lnTo>
                  <a:lnTo>
                    <a:pt x="1441958" y="266992"/>
                  </a:lnTo>
                  <a:lnTo>
                    <a:pt x="1398016" y="322402"/>
                  </a:lnTo>
                  <a:lnTo>
                    <a:pt x="1355661" y="344855"/>
                  </a:lnTo>
                  <a:lnTo>
                    <a:pt x="1339392" y="346430"/>
                  </a:lnTo>
                  <a:lnTo>
                    <a:pt x="1322997" y="344830"/>
                  </a:lnTo>
                  <a:lnTo>
                    <a:pt x="1307465" y="340131"/>
                  </a:lnTo>
                  <a:lnTo>
                    <a:pt x="1293152" y="332460"/>
                  </a:lnTo>
                  <a:lnTo>
                    <a:pt x="1280414" y="322008"/>
                  </a:lnTo>
                  <a:lnTo>
                    <a:pt x="1225727" y="267335"/>
                  </a:lnTo>
                  <a:lnTo>
                    <a:pt x="1219530" y="262229"/>
                  </a:lnTo>
                  <a:lnTo>
                    <a:pt x="1212557" y="258508"/>
                  </a:lnTo>
                  <a:lnTo>
                    <a:pt x="1204988" y="256209"/>
                  </a:lnTo>
                  <a:lnTo>
                    <a:pt x="1197000" y="255435"/>
                  </a:lnTo>
                  <a:lnTo>
                    <a:pt x="1188440" y="255435"/>
                  </a:lnTo>
                  <a:lnTo>
                    <a:pt x="1021575" y="414807"/>
                  </a:lnTo>
                  <a:lnTo>
                    <a:pt x="1013904" y="433324"/>
                  </a:lnTo>
                  <a:lnTo>
                    <a:pt x="1015822" y="443191"/>
                  </a:lnTo>
                  <a:lnTo>
                    <a:pt x="1021575" y="451853"/>
                  </a:lnTo>
                  <a:lnTo>
                    <a:pt x="1026515" y="456780"/>
                  </a:lnTo>
                  <a:lnTo>
                    <a:pt x="1033094" y="459524"/>
                  </a:lnTo>
                  <a:lnTo>
                    <a:pt x="1047102" y="459524"/>
                  </a:lnTo>
                  <a:lnTo>
                    <a:pt x="1053680" y="456806"/>
                  </a:lnTo>
                  <a:lnTo>
                    <a:pt x="1058633" y="451853"/>
                  </a:lnTo>
                  <a:lnTo>
                    <a:pt x="1064463" y="447979"/>
                  </a:lnTo>
                  <a:lnTo>
                    <a:pt x="1071105" y="446684"/>
                  </a:lnTo>
                  <a:lnTo>
                    <a:pt x="1077747" y="447979"/>
                  </a:lnTo>
                  <a:lnTo>
                    <a:pt x="1083576" y="451853"/>
                  </a:lnTo>
                  <a:lnTo>
                    <a:pt x="1087031" y="455307"/>
                  </a:lnTo>
                  <a:lnTo>
                    <a:pt x="1088758" y="459803"/>
                  </a:lnTo>
                  <a:lnTo>
                    <a:pt x="1088758" y="468858"/>
                  </a:lnTo>
                  <a:lnTo>
                    <a:pt x="1087031" y="473367"/>
                  </a:lnTo>
                  <a:lnTo>
                    <a:pt x="1083576" y="476808"/>
                  </a:lnTo>
                  <a:lnTo>
                    <a:pt x="1077836" y="485470"/>
                  </a:lnTo>
                  <a:lnTo>
                    <a:pt x="1075918" y="495338"/>
                  </a:lnTo>
                  <a:lnTo>
                    <a:pt x="1077836" y="505206"/>
                  </a:lnTo>
                  <a:lnTo>
                    <a:pt x="1083576" y="513867"/>
                  </a:lnTo>
                  <a:lnTo>
                    <a:pt x="1088542" y="518795"/>
                  </a:lnTo>
                  <a:lnTo>
                    <a:pt x="1095108" y="521550"/>
                  </a:lnTo>
                  <a:lnTo>
                    <a:pt x="1109116" y="521550"/>
                  </a:lnTo>
                  <a:lnTo>
                    <a:pt x="1115682" y="518820"/>
                  </a:lnTo>
                  <a:lnTo>
                    <a:pt x="1120622" y="513867"/>
                  </a:lnTo>
                  <a:lnTo>
                    <a:pt x="1126477" y="509993"/>
                  </a:lnTo>
                  <a:lnTo>
                    <a:pt x="1133119" y="508698"/>
                  </a:lnTo>
                  <a:lnTo>
                    <a:pt x="1139761" y="509993"/>
                  </a:lnTo>
                  <a:lnTo>
                    <a:pt x="1145590" y="513867"/>
                  </a:lnTo>
                  <a:lnTo>
                    <a:pt x="1149045" y="517321"/>
                  </a:lnTo>
                  <a:lnTo>
                    <a:pt x="1150759" y="521830"/>
                  </a:lnTo>
                  <a:lnTo>
                    <a:pt x="1150759" y="530885"/>
                  </a:lnTo>
                  <a:lnTo>
                    <a:pt x="1149045" y="535381"/>
                  </a:lnTo>
                  <a:lnTo>
                    <a:pt x="1140637" y="543775"/>
                  </a:lnTo>
                  <a:lnTo>
                    <a:pt x="1137920" y="550379"/>
                  </a:lnTo>
                  <a:lnTo>
                    <a:pt x="1137920" y="564388"/>
                  </a:lnTo>
                  <a:lnTo>
                    <a:pt x="1140637" y="570966"/>
                  </a:lnTo>
                  <a:lnTo>
                    <a:pt x="1150543" y="580834"/>
                  </a:lnTo>
                  <a:lnTo>
                    <a:pt x="1157122" y="583577"/>
                  </a:lnTo>
                  <a:lnTo>
                    <a:pt x="1171117" y="583577"/>
                  </a:lnTo>
                  <a:lnTo>
                    <a:pt x="1177683" y="580834"/>
                  </a:lnTo>
                  <a:lnTo>
                    <a:pt x="1182636" y="575919"/>
                  </a:lnTo>
                  <a:lnTo>
                    <a:pt x="1188491" y="572033"/>
                  </a:lnTo>
                  <a:lnTo>
                    <a:pt x="1195133" y="570738"/>
                  </a:lnTo>
                  <a:lnTo>
                    <a:pt x="1201775" y="572033"/>
                  </a:lnTo>
                  <a:lnTo>
                    <a:pt x="1207617" y="575919"/>
                  </a:lnTo>
                  <a:lnTo>
                    <a:pt x="1211059" y="579361"/>
                  </a:lnTo>
                  <a:lnTo>
                    <a:pt x="1212786" y="583857"/>
                  </a:lnTo>
                  <a:lnTo>
                    <a:pt x="1212786" y="592912"/>
                  </a:lnTo>
                  <a:lnTo>
                    <a:pt x="1211059" y="597420"/>
                  </a:lnTo>
                  <a:lnTo>
                    <a:pt x="1207617" y="600862"/>
                  </a:lnTo>
                  <a:lnTo>
                    <a:pt x="1201864" y="609523"/>
                  </a:lnTo>
                  <a:lnTo>
                    <a:pt x="1199959" y="619391"/>
                  </a:lnTo>
                  <a:lnTo>
                    <a:pt x="1201864" y="629259"/>
                  </a:lnTo>
                  <a:lnTo>
                    <a:pt x="1207617" y="637933"/>
                  </a:lnTo>
                  <a:lnTo>
                    <a:pt x="1212557" y="642886"/>
                  </a:lnTo>
                  <a:lnTo>
                    <a:pt x="1219136" y="645604"/>
                  </a:lnTo>
                  <a:lnTo>
                    <a:pt x="1233144" y="645604"/>
                  </a:lnTo>
                  <a:lnTo>
                    <a:pt x="1239697" y="642886"/>
                  </a:lnTo>
                  <a:lnTo>
                    <a:pt x="1257109" y="625475"/>
                  </a:lnTo>
                  <a:lnTo>
                    <a:pt x="1226388" y="594753"/>
                  </a:lnTo>
                  <a:lnTo>
                    <a:pt x="1212888" y="574408"/>
                  </a:lnTo>
                  <a:lnTo>
                    <a:pt x="1208392" y="551256"/>
                  </a:lnTo>
                  <a:lnTo>
                    <a:pt x="1212888" y="528104"/>
                  </a:lnTo>
                  <a:lnTo>
                    <a:pt x="1226388" y="507771"/>
                  </a:lnTo>
                  <a:lnTo>
                    <a:pt x="1235760" y="500062"/>
                  </a:lnTo>
                  <a:lnTo>
                    <a:pt x="1246301" y="494411"/>
                  </a:lnTo>
                  <a:lnTo>
                    <a:pt x="1257769" y="490943"/>
                  </a:lnTo>
                  <a:lnTo>
                    <a:pt x="1270393" y="489788"/>
                  </a:lnTo>
                  <a:lnTo>
                    <a:pt x="1271562" y="477139"/>
                  </a:lnTo>
                  <a:lnTo>
                    <a:pt x="1297762" y="438061"/>
                  </a:lnTo>
                  <a:lnTo>
                    <a:pt x="1332445" y="427774"/>
                  </a:lnTo>
                  <a:lnTo>
                    <a:pt x="1333474" y="415874"/>
                  </a:lnTo>
                  <a:lnTo>
                    <a:pt x="1359776" y="376034"/>
                  </a:lnTo>
                  <a:lnTo>
                    <a:pt x="1394447" y="365760"/>
                  </a:lnTo>
                  <a:lnTo>
                    <a:pt x="1395476" y="353872"/>
                  </a:lnTo>
                  <a:lnTo>
                    <a:pt x="1421803" y="314020"/>
                  </a:lnTo>
                  <a:lnTo>
                    <a:pt x="1455877" y="303733"/>
                  </a:lnTo>
                  <a:lnTo>
                    <a:pt x="1467967" y="304901"/>
                  </a:lnTo>
                  <a:lnTo>
                    <a:pt x="1479423" y="308368"/>
                  </a:lnTo>
                  <a:lnTo>
                    <a:pt x="1489976" y="314020"/>
                  </a:lnTo>
                  <a:lnTo>
                    <a:pt x="1499362" y="321741"/>
                  </a:lnTo>
                  <a:lnTo>
                    <a:pt x="1530057" y="352437"/>
                  </a:lnTo>
                  <a:lnTo>
                    <a:pt x="1627593" y="254901"/>
                  </a:lnTo>
                  <a:close/>
                </a:path>
              </a:pathLst>
            </a:custGeom>
            <a:solidFill>
              <a:srgbClr val="1B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69371" y="2821407"/>
            <a:ext cx="122058" cy="12205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84750" y="3304556"/>
            <a:ext cx="132230" cy="13223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84750" y="3792791"/>
            <a:ext cx="132230" cy="13223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69371" y="4286111"/>
            <a:ext cx="122058" cy="12205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84750" y="4769260"/>
            <a:ext cx="132230" cy="13223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84750" y="5257495"/>
            <a:ext cx="132230" cy="13223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69371" y="5750815"/>
            <a:ext cx="122058" cy="12205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84750" y="6233964"/>
            <a:ext cx="132230" cy="13223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84750" y="6722198"/>
            <a:ext cx="132230" cy="13223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69371" y="7215519"/>
            <a:ext cx="122058" cy="12205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84750" y="7698668"/>
            <a:ext cx="132230" cy="13223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84750" y="8186902"/>
            <a:ext cx="132230" cy="13223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856732" y="2566990"/>
            <a:ext cx="10794365" cy="5884545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sz="2900" spc="240" dirty="0">
                <a:latin typeface="Trebuchet MS"/>
                <a:cs typeface="Trebuchet MS"/>
              </a:rPr>
              <a:t>Employees</a:t>
            </a:r>
            <a:endParaRPr sz="2900">
              <a:latin typeface="Trebuchet MS"/>
              <a:cs typeface="Trebuchet MS"/>
            </a:endParaRPr>
          </a:p>
          <a:p>
            <a:pPr marL="638175" marR="912494">
              <a:lnSpc>
                <a:spcPts val="3840"/>
              </a:lnSpc>
              <a:spcBef>
                <a:spcPts val="190"/>
              </a:spcBef>
            </a:pPr>
            <a:r>
              <a:rPr sz="2900" spc="220" dirty="0">
                <a:latin typeface="Trebuchet MS"/>
                <a:cs typeface="Trebuchet MS"/>
              </a:rPr>
              <a:t>Improved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165" dirty="0">
                <a:latin typeface="Trebuchet MS"/>
                <a:cs typeface="Trebuchet MS"/>
              </a:rPr>
              <a:t>network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10" dirty="0">
                <a:latin typeface="Trebuchet MS"/>
                <a:cs typeface="Trebuchet MS"/>
              </a:rPr>
              <a:t>performance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95" dirty="0">
                <a:latin typeface="Trebuchet MS"/>
                <a:cs typeface="Trebuchet MS"/>
              </a:rPr>
              <a:t>for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125" dirty="0">
                <a:latin typeface="Trebuchet MS"/>
                <a:cs typeface="Trebuchet MS"/>
              </a:rPr>
              <a:t>critical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229" dirty="0">
                <a:latin typeface="Trebuchet MS"/>
                <a:cs typeface="Trebuchet MS"/>
              </a:rPr>
              <a:t>tasks </a:t>
            </a:r>
            <a:r>
              <a:rPr sz="2900" spc="204" dirty="0">
                <a:latin typeface="Trebuchet MS"/>
                <a:cs typeface="Trebuchet MS"/>
              </a:rPr>
              <a:t>Balanced</a:t>
            </a:r>
            <a:r>
              <a:rPr sz="2900" spc="245" dirty="0">
                <a:latin typeface="Trebuchet MS"/>
                <a:cs typeface="Trebuchet MS"/>
              </a:rPr>
              <a:t> </a:t>
            </a:r>
            <a:r>
              <a:rPr sz="2900" spc="180" dirty="0">
                <a:latin typeface="Trebuchet MS"/>
                <a:cs typeface="Trebuchet MS"/>
              </a:rPr>
              <a:t>workload</a:t>
            </a:r>
            <a:r>
              <a:rPr sz="2900" spc="245" dirty="0">
                <a:latin typeface="Trebuchet MS"/>
                <a:cs typeface="Trebuchet MS"/>
              </a:rPr>
              <a:t> </a:t>
            </a:r>
            <a:r>
              <a:rPr sz="2900" spc="204" dirty="0">
                <a:latin typeface="Trebuchet MS"/>
                <a:cs typeface="Trebuchet MS"/>
              </a:rPr>
              <a:t>and</a:t>
            </a:r>
            <a:r>
              <a:rPr sz="2900" spc="245" dirty="0">
                <a:latin typeface="Trebuchet MS"/>
                <a:cs typeface="Trebuchet MS"/>
              </a:rPr>
              <a:t> </a:t>
            </a:r>
            <a:r>
              <a:rPr sz="2900" spc="240" dirty="0">
                <a:latin typeface="Trebuchet MS"/>
                <a:cs typeface="Trebuchet MS"/>
              </a:rPr>
              <a:t>reduced</a:t>
            </a:r>
            <a:r>
              <a:rPr sz="2900" spc="245" dirty="0">
                <a:latin typeface="Trebuchet MS"/>
                <a:cs typeface="Trebuchet MS"/>
              </a:rPr>
              <a:t> </a:t>
            </a:r>
            <a:r>
              <a:rPr sz="2900" spc="254" dirty="0">
                <a:latin typeface="Trebuchet MS"/>
                <a:cs typeface="Trebuchet MS"/>
              </a:rPr>
              <a:t>stress</a:t>
            </a:r>
            <a:endParaRPr sz="2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2900" dirty="0">
                <a:latin typeface="Trebuchet MS"/>
                <a:cs typeface="Trebuchet MS"/>
              </a:rPr>
              <a:t>IT</a:t>
            </a:r>
            <a:r>
              <a:rPr sz="2900" spc="229" dirty="0">
                <a:latin typeface="Trebuchet MS"/>
                <a:cs typeface="Trebuchet MS"/>
              </a:rPr>
              <a:t> </a:t>
            </a:r>
            <a:r>
              <a:rPr sz="2900" spc="60" dirty="0">
                <a:latin typeface="Trebuchet MS"/>
                <a:cs typeface="Trebuchet MS"/>
              </a:rPr>
              <a:t>&amp;</a:t>
            </a:r>
            <a:r>
              <a:rPr sz="2900" spc="235" dirty="0">
                <a:latin typeface="Trebuchet MS"/>
                <a:cs typeface="Trebuchet MS"/>
              </a:rPr>
              <a:t> </a:t>
            </a:r>
            <a:r>
              <a:rPr sz="2900" spc="175" dirty="0">
                <a:latin typeface="Trebuchet MS"/>
                <a:cs typeface="Trebuchet MS"/>
              </a:rPr>
              <a:t>Network</a:t>
            </a:r>
            <a:r>
              <a:rPr sz="2900" spc="229" dirty="0">
                <a:latin typeface="Trebuchet MS"/>
                <a:cs typeface="Trebuchet MS"/>
              </a:rPr>
              <a:t> </a:t>
            </a:r>
            <a:r>
              <a:rPr sz="2900" spc="204" dirty="0">
                <a:latin typeface="Trebuchet MS"/>
                <a:cs typeface="Trebuchet MS"/>
              </a:rPr>
              <a:t>Administrators</a:t>
            </a:r>
            <a:endParaRPr sz="2900">
              <a:latin typeface="Trebuchet MS"/>
              <a:cs typeface="Trebuchet MS"/>
            </a:endParaRPr>
          </a:p>
          <a:p>
            <a:pPr marL="638175">
              <a:lnSpc>
                <a:spcPct val="100000"/>
              </a:lnSpc>
              <a:spcBef>
                <a:spcPts val="365"/>
              </a:spcBef>
            </a:pPr>
            <a:r>
              <a:rPr sz="2900" spc="175" dirty="0">
                <a:latin typeface="Trebuchet MS"/>
                <a:cs typeface="Trebuchet MS"/>
              </a:rPr>
              <a:t>Automated,</a:t>
            </a:r>
            <a:r>
              <a:rPr sz="2900" spc="254" dirty="0">
                <a:latin typeface="Trebuchet MS"/>
                <a:cs typeface="Trebuchet MS"/>
              </a:rPr>
              <a:t> </a:t>
            </a:r>
            <a:r>
              <a:rPr sz="2900" spc="325" dirty="0">
                <a:latin typeface="Trebuchet MS"/>
                <a:cs typeface="Trebuchet MS"/>
              </a:rPr>
              <a:t>AI-</a:t>
            </a:r>
            <a:r>
              <a:rPr sz="2900" spc="165" dirty="0">
                <a:latin typeface="Trebuchet MS"/>
                <a:cs typeface="Trebuchet MS"/>
              </a:rPr>
              <a:t>driven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15" dirty="0">
                <a:latin typeface="Trebuchet MS"/>
                <a:cs typeface="Trebuchet MS"/>
              </a:rPr>
              <a:t>bandwidth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15" dirty="0">
                <a:latin typeface="Trebuchet MS"/>
                <a:cs typeface="Trebuchet MS"/>
              </a:rPr>
              <a:t>management</a:t>
            </a:r>
            <a:endParaRPr sz="2900">
              <a:latin typeface="Trebuchet MS"/>
              <a:cs typeface="Trebuchet MS"/>
            </a:endParaRPr>
          </a:p>
          <a:p>
            <a:pPr marL="12700" marR="103505" indent="625475">
              <a:lnSpc>
                <a:spcPts val="3840"/>
              </a:lnSpc>
              <a:spcBef>
                <a:spcPts val="195"/>
              </a:spcBef>
            </a:pPr>
            <a:r>
              <a:rPr sz="2900" spc="145" dirty="0">
                <a:latin typeface="Trebuchet MS"/>
                <a:cs typeface="Trebuchet MS"/>
              </a:rPr>
              <a:t>Better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140" dirty="0">
                <a:latin typeface="Trebuchet MS"/>
                <a:cs typeface="Trebuchet MS"/>
              </a:rPr>
              <a:t>visibility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135" dirty="0">
                <a:latin typeface="Trebuchet MS"/>
                <a:cs typeface="Trebuchet MS"/>
              </a:rPr>
              <a:t>into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165" dirty="0">
                <a:latin typeface="Trebuchet MS"/>
                <a:cs typeface="Trebuchet MS"/>
              </a:rPr>
              <a:t>network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45" dirty="0">
                <a:latin typeface="Trebuchet MS"/>
                <a:cs typeface="Trebuchet MS"/>
              </a:rPr>
              <a:t>usage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04" dirty="0">
                <a:latin typeface="Trebuchet MS"/>
                <a:cs typeface="Trebuchet MS"/>
              </a:rPr>
              <a:t>and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200" dirty="0">
                <a:latin typeface="Trebuchet MS"/>
                <a:cs typeface="Trebuchet MS"/>
              </a:rPr>
              <a:t>performance </a:t>
            </a:r>
            <a:r>
              <a:rPr sz="2900" spc="245" dirty="0">
                <a:latin typeface="Trebuchet MS"/>
                <a:cs typeface="Trebuchet MS"/>
              </a:rPr>
              <a:t>Management </a:t>
            </a:r>
            <a:r>
              <a:rPr sz="2900" spc="60" dirty="0">
                <a:latin typeface="Trebuchet MS"/>
                <a:cs typeface="Trebuchet MS"/>
              </a:rPr>
              <a:t>&amp;</a:t>
            </a:r>
            <a:r>
              <a:rPr sz="2900" spc="250" dirty="0">
                <a:latin typeface="Trebuchet MS"/>
                <a:cs typeface="Trebuchet MS"/>
              </a:rPr>
              <a:t> </a:t>
            </a:r>
            <a:r>
              <a:rPr sz="2900" spc="170" dirty="0">
                <a:latin typeface="Trebuchet MS"/>
                <a:cs typeface="Trebuchet MS"/>
              </a:rPr>
              <a:t>Team</a:t>
            </a:r>
            <a:r>
              <a:rPr sz="2900" spc="245" dirty="0">
                <a:latin typeface="Trebuchet MS"/>
                <a:cs typeface="Trebuchet MS"/>
              </a:rPr>
              <a:t> </a:t>
            </a:r>
            <a:r>
              <a:rPr sz="2900" spc="215" dirty="0">
                <a:latin typeface="Trebuchet MS"/>
                <a:cs typeface="Trebuchet MS"/>
              </a:rPr>
              <a:t>Leaders</a:t>
            </a:r>
            <a:endParaRPr sz="2900">
              <a:latin typeface="Trebuchet MS"/>
              <a:cs typeface="Trebuchet MS"/>
            </a:endParaRPr>
          </a:p>
          <a:p>
            <a:pPr marL="638175" marR="5080">
              <a:lnSpc>
                <a:spcPts val="3840"/>
              </a:lnSpc>
              <a:spcBef>
                <a:spcPts val="5"/>
              </a:spcBef>
            </a:pPr>
            <a:r>
              <a:rPr sz="2900" spc="325" dirty="0">
                <a:latin typeface="Trebuchet MS"/>
                <a:cs typeface="Trebuchet MS"/>
              </a:rPr>
              <a:t>AI-</a:t>
            </a:r>
            <a:r>
              <a:rPr sz="2900" spc="280" dirty="0">
                <a:latin typeface="Trebuchet MS"/>
                <a:cs typeface="Trebuchet MS"/>
              </a:rPr>
              <a:t>based</a:t>
            </a:r>
            <a:r>
              <a:rPr sz="2900" spc="250" dirty="0">
                <a:latin typeface="Trebuchet MS"/>
                <a:cs typeface="Trebuchet MS"/>
              </a:rPr>
              <a:t> </a:t>
            </a:r>
            <a:r>
              <a:rPr sz="2900" spc="210" dirty="0">
                <a:latin typeface="Trebuchet MS"/>
                <a:cs typeface="Trebuchet MS"/>
              </a:rPr>
              <a:t>insights</a:t>
            </a:r>
            <a:r>
              <a:rPr sz="2900" spc="254" dirty="0">
                <a:latin typeface="Trebuchet MS"/>
                <a:cs typeface="Trebuchet MS"/>
              </a:rPr>
              <a:t> </a:t>
            </a:r>
            <a:r>
              <a:rPr sz="2900" spc="190" dirty="0">
                <a:latin typeface="Trebuchet MS"/>
                <a:cs typeface="Trebuchet MS"/>
              </a:rPr>
              <a:t>on</a:t>
            </a:r>
            <a:r>
              <a:rPr sz="2900" spc="254" dirty="0">
                <a:latin typeface="Trebuchet MS"/>
                <a:cs typeface="Trebuchet MS"/>
              </a:rPr>
              <a:t> </a:t>
            </a:r>
            <a:r>
              <a:rPr sz="2900" spc="225" dirty="0">
                <a:latin typeface="Trebuchet MS"/>
                <a:cs typeface="Trebuchet MS"/>
              </a:rPr>
              <a:t>employee</a:t>
            </a:r>
            <a:r>
              <a:rPr sz="2900" spc="254" dirty="0">
                <a:latin typeface="Trebuchet MS"/>
                <a:cs typeface="Trebuchet MS"/>
              </a:rPr>
              <a:t> </a:t>
            </a:r>
            <a:r>
              <a:rPr sz="2900" spc="165" dirty="0">
                <a:latin typeface="Trebuchet MS"/>
                <a:cs typeface="Trebuchet MS"/>
              </a:rPr>
              <a:t>activity</a:t>
            </a:r>
            <a:r>
              <a:rPr sz="2900" spc="254" dirty="0">
                <a:latin typeface="Trebuchet MS"/>
                <a:cs typeface="Trebuchet MS"/>
              </a:rPr>
              <a:t> </a:t>
            </a:r>
            <a:r>
              <a:rPr sz="2900" spc="204" dirty="0">
                <a:latin typeface="Trebuchet MS"/>
                <a:cs typeface="Trebuchet MS"/>
              </a:rPr>
              <a:t>and</a:t>
            </a:r>
            <a:r>
              <a:rPr sz="2900" spc="250" dirty="0">
                <a:latin typeface="Trebuchet MS"/>
                <a:cs typeface="Trebuchet MS"/>
              </a:rPr>
              <a:t> </a:t>
            </a:r>
            <a:r>
              <a:rPr sz="2900" spc="170" dirty="0">
                <a:latin typeface="Trebuchet MS"/>
                <a:cs typeface="Trebuchet MS"/>
              </a:rPr>
              <a:t>workload </a:t>
            </a:r>
            <a:r>
              <a:rPr sz="2900" spc="300" dirty="0">
                <a:latin typeface="Trebuchet MS"/>
                <a:cs typeface="Trebuchet MS"/>
              </a:rPr>
              <a:t>Data-</a:t>
            </a:r>
            <a:r>
              <a:rPr sz="2900" spc="165" dirty="0">
                <a:latin typeface="Trebuchet MS"/>
                <a:cs typeface="Trebuchet MS"/>
              </a:rPr>
              <a:t>driven</a:t>
            </a:r>
            <a:r>
              <a:rPr sz="2900" spc="254" dirty="0">
                <a:latin typeface="Trebuchet MS"/>
                <a:cs typeface="Trebuchet MS"/>
              </a:rPr>
              <a:t> </a:t>
            </a:r>
            <a:r>
              <a:rPr sz="2900" spc="190" dirty="0">
                <a:latin typeface="Trebuchet MS"/>
                <a:cs typeface="Trebuchet MS"/>
              </a:rPr>
              <a:t>task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04" dirty="0">
                <a:latin typeface="Trebuchet MS"/>
                <a:cs typeface="Trebuchet MS"/>
              </a:rPr>
              <a:t>and</a:t>
            </a:r>
            <a:r>
              <a:rPr sz="2900" spc="260" dirty="0">
                <a:latin typeface="Trebuchet MS"/>
                <a:cs typeface="Trebuchet MS"/>
              </a:rPr>
              <a:t> </a:t>
            </a:r>
            <a:r>
              <a:rPr sz="2900" spc="210" dirty="0">
                <a:latin typeface="Trebuchet MS"/>
                <a:cs typeface="Trebuchet MS"/>
              </a:rPr>
              <a:t>performance</a:t>
            </a:r>
            <a:r>
              <a:rPr sz="2900" spc="254" dirty="0">
                <a:latin typeface="Trebuchet MS"/>
                <a:cs typeface="Trebuchet MS"/>
              </a:rPr>
              <a:t> </a:t>
            </a:r>
            <a:r>
              <a:rPr sz="2900" spc="240" dirty="0">
                <a:latin typeface="Trebuchet MS"/>
                <a:cs typeface="Trebuchet MS"/>
              </a:rPr>
              <a:t>decisions</a:t>
            </a:r>
            <a:endParaRPr sz="2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2900" spc="200" dirty="0">
                <a:latin typeface="Trebuchet MS"/>
                <a:cs typeface="Trebuchet MS"/>
              </a:rPr>
              <a:t>Organizations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-400" dirty="0">
                <a:latin typeface="Trebuchet MS"/>
                <a:cs typeface="Trebuchet MS"/>
              </a:rPr>
              <a:t>/</a:t>
            </a:r>
            <a:r>
              <a:rPr sz="2900" spc="265" dirty="0">
                <a:latin typeface="Trebuchet MS"/>
                <a:cs typeface="Trebuchet MS"/>
              </a:rPr>
              <a:t> </a:t>
            </a:r>
            <a:r>
              <a:rPr sz="2900" spc="175" dirty="0">
                <a:latin typeface="Trebuchet MS"/>
                <a:cs typeface="Trebuchet MS"/>
              </a:rPr>
              <a:t>Institutions</a:t>
            </a:r>
            <a:endParaRPr sz="2900">
              <a:latin typeface="Trebuchet MS"/>
              <a:cs typeface="Trebuchet MS"/>
            </a:endParaRPr>
          </a:p>
          <a:p>
            <a:pPr marL="638175" marR="1400175">
              <a:lnSpc>
                <a:spcPts val="3840"/>
              </a:lnSpc>
              <a:spcBef>
                <a:spcPts val="105"/>
              </a:spcBef>
            </a:pPr>
            <a:r>
              <a:rPr sz="2900" spc="130" dirty="0">
                <a:latin typeface="Trebuchet MS"/>
                <a:cs typeface="Trebuchet MS"/>
              </a:rPr>
              <a:t>Efficient</a:t>
            </a:r>
            <a:r>
              <a:rPr sz="2900" spc="254" dirty="0">
                <a:latin typeface="Trebuchet MS"/>
                <a:cs typeface="Trebuchet MS"/>
              </a:rPr>
              <a:t> </a:t>
            </a:r>
            <a:r>
              <a:rPr sz="2900" spc="240" dirty="0">
                <a:latin typeface="Trebuchet MS"/>
                <a:cs typeface="Trebuchet MS"/>
              </a:rPr>
              <a:t>use</a:t>
            </a:r>
            <a:r>
              <a:rPr sz="2900" spc="254" dirty="0">
                <a:latin typeface="Trebuchet MS"/>
                <a:cs typeface="Trebuchet MS"/>
              </a:rPr>
              <a:t> </a:t>
            </a:r>
            <a:r>
              <a:rPr sz="2900" spc="100" dirty="0">
                <a:latin typeface="Trebuchet MS"/>
                <a:cs typeface="Trebuchet MS"/>
              </a:rPr>
              <a:t>of</a:t>
            </a:r>
            <a:r>
              <a:rPr sz="2900" spc="254" dirty="0">
                <a:latin typeface="Trebuchet MS"/>
                <a:cs typeface="Trebuchet MS"/>
              </a:rPr>
              <a:t> </a:t>
            </a:r>
            <a:r>
              <a:rPr sz="2900" spc="165" dirty="0">
                <a:latin typeface="Trebuchet MS"/>
                <a:cs typeface="Trebuchet MS"/>
              </a:rPr>
              <a:t>network</a:t>
            </a:r>
            <a:r>
              <a:rPr sz="2900" spc="254" dirty="0">
                <a:latin typeface="Trebuchet MS"/>
                <a:cs typeface="Trebuchet MS"/>
              </a:rPr>
              <a:t> </a:t>
            </a:r>
            <a:r>
              <a:rPr sz="2900" spc="204" dirty="0">
                <a:latin typeface="Trebuchet MS"/>
                <a:cs typeface="Trebuchet MS"/>
              </a:rPr>
              <a:t>and</a:t>
            </a:r>
            <a:r>
              <a:rPr sz="2900" spc="254" dirty="0">
                <a:latin typeface="Trebuchet MS"/>
                <a:cs typeface="Trebuchet MS"/>
              </a:rPr>
              <a:t> </a:t>
            </a:r>
            <a:r>
              <a:rPr sz="2900" spc="210" dirty="0">
                <a:latin typeface="Trebuchet MS"/>
                <a:cs typeface="Trebuchet MS"/>
              </a:rPr>
              <a:t>human</a:t>
            </a:r>
            <a:r>
              <a:rPr sz="2900" spc="254" dirty="0">
                <a:latin typeface="Trebuchet MS"/>
                <a:cs typeface="Trebuchet MS"/>
              </a:rPr>
              <a:t> </a:t>
            </a:r>
            <a:r>
              <a:rPr sz="2900" spc="240" dirty="0">
                <a:latin typeface="Trebuchet MS"/>
                <a:cs typeface="Trebuchet MS"/>
              </a:rPr>
              <a:t>resources </a:t>
            </a:r>
            <a:r>
              <a:rPr sz="2900" spc="220" dirty="0">
                <a:latin typeface="Trebuchet MS"/>
                <a:cs typeface="Trebuchet MS"/>
              </a:rPr>
              <a:t>Improved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204" dirty="0">
                <a:latin typeface="Trebuchet MS"/>
                <a:cs typeface="Trebuchet MS"/>
              </a:rPr>
              <a:t>productivity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204" dirty="0">
                <a:latin typeface="Trebuchet MS"/>
                <a:cs typeface="Trebuchet MS"/>
              </a:rPr>
              <a:t>and</a:t>
            </a:r>
            <a:r>
              <a:rPr sz="2900" spc="270" dirty="0">
                <a:latin typeface="Trebuchet MS"/>
                <a:cs typeface="Trebuchet MS"/>
              </a:rPr>
              <a:t> </a:t>
            </a:r>
            <a:r>
              <a:rPr sz="2900" spc="160" dirty="0">
                <a:latin typeface="Trebuchet MS"/>
                <a:cs typeface="Trebuchet MS"/>
              </a:rPr>
              <a:t>scalability</a:t>
            </a:r>
            <a:endParaRPr sz="29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0" y="9551537"/>
            <a:ext cx="18272125" cy="735965"/>
            <a:chOff x="0" y="9551537"/>
            <a:chExt cx="18272125" cy="735965"/>
          </a:xfrm>
        </p:grpSpPr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0" y="9551537"/>
              <a:ext cx="3771899" cy="73439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7122" y="9723311"/>
              <a:ext cx="18244820" cy="563880"/>
            </a:xfrm>
            <a:custGeom>
              <a:avLst/>
              <a:gdLst/>
              <a:ahLst/>
              <a:cxnLst/>
              <a:rect l="l" t="t" r="r" b="b"/>
              <a:pathLst>
                <a:path w="18244820" h="563879">
                  <a:moveTo>
                    <a:pt x="18244787" y="563687"/>
                  </a:moveTo>
                  <a:lnTo>
                    <a:pt x="0" y="563687"/>
                  </a:lnTo>
                  <a:lnTo>
                    <a:pt x="11450787" y="0"/>
                  </a:lnTo>
                  <a:lnTo>
                    <a:pt x="18244787" y="563687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762013" y="189207"/>
            <a:ext cx="13187044" cy="213423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marR="5080">
              <a:lnSpc>
                <a:spcPts val="8059"/>
              </a:lnSpc>
              <a:spcBef>
                <a:spcPts val="685"/>
              </a:spcBef>
            </a:pPr>
            <a:r>
              <a:rPr sz="7100" b="1" spc="740" dirty="0">
                <a:solidFill>
                  <a:srgbClr val="1B2020"/>
                </a:solidFill>
                <a:latin typeface="Trebuchet MS"/>
                <a:cs typeface="Trebuchet MS"/>
              </a:rPr>
              <a:t>Who</a:t>
            </a:r>
            <a:r>
              <a:rPr sz="7100" b="1" spc="-63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7100" b="1" spc="280" dirty="0">
                <a:solidFill>
                  <a:srgbClr val="1B2020"/>
                </a:solidFill>
                <a:latin typeface="Trebuchet MS"/>
                <a:cs typeface="Trebuchet MS"/>
              </a:rPr>
              <a:t>Will</a:t>
            </a:r>
            <a:r>
              <a:rPr sz="7100" b="1" spc="-63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7100" b="1" spc="350" dirty="0">
                <a:solidFill>
                  <a:srgbClr val="1B2020"/>
                </a:solidFill>
                <a:latin typeface="Trebuchet MS"/>
                <a:cs typeface="Trebuchet MS"/>
              </a:rPr>
              <a:t>Be</a:t>
            </a:r>
            <a:r>
              <a:rPr sz="7100" b="1" spc="-63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7100" b="1" spc="280" dirty="0">
                <a:solidFill>
                  <a:srgbClr val="1B2020"/>
                </a:solidFill>
                <a:latin typeface="Trebuchet MS"/>
                <a:cs typeface="Trebuchet MS"/>
              </a:rPr>
              <a:t>Benefited</a:t>
            </a:r>
            <a:r>
              <a:rPr sz="7100" b="1" spc="-63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7100" b="1" spc="690" dirty="0">
                <a:solidFill>
                  <a:srgbClr val="1B2020"/>
                </a:solidFill>
                <a:latin typeface="Trebuchet MS"/>
                <a:cs typeface="Trebuchet MS"/>
              </a:rPr>
              <a:t>by</a:t>
            </a:r>
            <a:r>
              <a:rPr sz="7100" b="1" spc="-63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7100" b="1" spc="270" dirty="0">
                <a:solidFill>
                  <a:srgbClr val="1B2020"/>
                </a:solidFill>
                <a:latin typeface="Trebuchet MS"/>
                <a:cs typeface="Trebuchet MS"/>
              </a:rPr>
              <a:t>the </a:t>
            </a:r>
            <a:r>
              <a:rPr sz="7100" b="1" spc="345" dirty="0">
                <a:solidFill>
                  <a:srgbClr val="1B2020"/>
                </a:solidFill>
                <a:latin typeface="Trebuchet MS"/>
                <a:cs typeface="Trebuchet MS"/>
              </a:rPr>
              <a:t>Solution</a:t>
            </a:r>
            <a:endParaRPr sz="71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7745321" y="9840912"/>
            <a:ext cx="212725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5" dirty="0">
                <a:latin typeface="Verdana"/>
                <a:cs typeface="Verdana"/>
              </a:rPr>
              <a:t>5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352480" y="4040518"/>
            <a:ext cx="5935980" cy="5621655"/>
            <a:chOff x="12352480" y="4040518"/>
            <a:chExt cx="5935980" cy="56216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23357" y="4040518"/>
              <a:ext cx="4892678" cy="4889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352477" y="6120625"/>
              <a:ext cx="5935980" cy="3541395"/>
            </a:xfrm>
            <a:custGeom>
              <a:avLst/>
              <a:gdLst/>
              <a:ahLst/>
              <a:cxnLst/>
              <a:rect l="l" t="t" r="r" b="b"/>
              <a:pathLst>
                <a:path w="5935980" h="3541395">
                  <a:moveTo>
                    <a:pt x="1463217" y="1901571"/>
                  </a:moveTo>
                  <a:lnTo>
                    <a:pt x="1461655" y="1853463"/>
                  </a:lnTo>
                  <a:lnTo>
                    <a:pt x="1457058" y="1806194"/>
                  </a:lnTo>
                  <a:lnTo>
                    <a:pt x="1449501" y="1759851"/>
                  </a:lnTo>
                  <a:lnTo>
                    <a:pt x="1439087" y="1714525"/>
                  </a:lnTo>
                  <a:lnTo>
                    <a:pt x="1425917" y="1670329"/>
                  </a:lnTo>
                  <a:lnTo>
                    <a:pt x="1410081" y="1627339"/>
                  </a:lnTo>
                  <a:lnTo>
                    <a:pt x="1391678" y="1585671"/>
                  </a:lnTo>
                  <a:lnTo>
                    <a:pt x="1370812" y="1545399"/>
                  </a:lnTo>
                  <a:lnTo>
                    <a:pt x="1347571" y="1506651"/>
                  </a:lnTo>
                  <a:lnTo>
                    <a:pt x="1322057" y="1469491"/>
                  </a:lnTo>
                  <a:lnTo>
                    <a:pt x="1294358" y="1434033"/>
                  </a:lnTo>
                  <a:lnTo>
                    <a:pt x="1264577" y="1400378"/>
                  </a:lnTo>
                  <a:lnTo>
                    <a:pt x="1232801" y="1368602"/>
                  </a:lnTo>
                  <a:lnTo>
                    <a:pt x="1199146" y="1338821"/>
                  </a:lnTo>
                  <a:lnTo>
                    <a:pt x="1163688" y="1311122"/>
                  </a:lnTo>
                  <a:lnTo>
                    <a:pt x="1126528" y="1285595"/>
                  </a:lnTo>
                  <a:lnTo>
                    <a:pt x="1087767" y="1262354"/>
                  </a:lnTo>
                  <a:lnTo>
                    <a:pt x="1047508" y="1241488"/>
                  </a:lnTo>
                  <a:lnTo>
                    <a:pt x="1005840" y="1223098"/>
                  </a:lnTo>
                  <a:lnTo>
                    <a:pt x="962850" y="1207262"/>
                  </a:lnTo>
                  <a:lnTo>
                    <a:pt x="918654" y="1194092"/>
                  </a:lnTo>
                  <a:lnTo>
                    <a:pt x="873328" y="1183678"/>
                  </a:lnTo>
                  <a:lnTo>
                    <a:pt x="826985" y="1176121"/>
                  </a:lnTo>
                  <a:lnTo>
                    <a:pt x="779703" y="1171524"/>
                  </a:lnTo>
                  <a:lnTo>
                    <a:pt x="731608" y="1169962"/>
                  </a:lnTo>
                  <a:lnTo>
                    <a:pt x="683501" y="1171524"/>
                  </a:lnTo>
                  <a:lnTo>
                    <a:pt x="636231" y="1176121"/>
                  </a:lnTo>
                  <a:lnTo>
                    <a:pt x="589889" y="1183678"/>
                  </a:lnTo>
                  <a:lnTo>
                    <a:pt x="544563" y="1194092"/>
                  </a:lnTo>
                  <a:lnTo>
                    <a:pt x="500367" y="1207262"/>
                  </a:lnTo>
                  <a:lnTo>
                    <a:pt x="457377" y="1223098"/>
                  </a:lnTo>
                  <a:lnTo>
                    <a:pt x="415709" y="1241488"/>
                  </a:lnTo>
                  <a:lnTo>
                    <a:pt x="375437" y="1262354"/>
                  </a:lnTo>
                  <a:lnTo>
                    <a:pt x="336677" y="1285595"/>
                  </a:lnTo>
                  <a:lnTo>
                    <a:pt x="299529" y="1311122"/>
                  </a:lnTo>
                  <a:lnTo>
                    <a:pt x="264071" y="1338821"/>
                  </a:lnTo>
                  <a:lnTo>
                    <a:pt x="230403" y="1368602"/>
                  </a:lnTo>
                  <a:lnTo>
                    <a:pt x="198640" y="1400378"/>
                  </a:lnTo>
                  <a:lnTo>
                    <a:pt x="168859" y="1434033"/>
                  </a:lnTo>
                  <a:lnTo>
                    <a:pt x="141160" y="1469491"/>
                  </a:lnTo>
                  <a:lnTo>
                    <a:pt x="115633" y="1506651"/>
                  </a:lnTo>
                  <a:lnTo>
                    <a:pt x="92392" y="1545399"/>
                  </a:lnTo>
                  <a:lnTo>
                    <a:pt x="71526" y="1585671"/>
                  </a:lnTo>
                  <a:lnTo>
                    <a:pt x="53124" y="1627339"/>
                  </a:lnTo>
                  <a:lnTo>
                    <a:pt x="37299" y="1670329"/>
                  </a:lnTo>
                  <a:lnTo>
                    <a:pt x="24130" y="1714525"/>
                  </a:lnTo>
                  <a:lnTo>
                    <a:pt x="13716" y="1759851"/>
                  </a:lnTo>
                  <a:lnTo>
                    <a:pt x="6159" y="1806194"/>
                  </a:lnTo>
                  <a:lnTo>
                    <a:pt x="1549" y="1853463"/>
                  </a:lnTo>
                  <a:lnTo>
                    <a:pt x="0" y="1901571"/>
                  </a:lnTo>
                  <a:lnTo>
                    <a:pt x="1549" y="1949678"/>
                  </a:lnTo>
                  <a:lnTo>
                    <a:pt x="6159" y="1996948"/>
                  </a:lnTo>
                  <a:lnTo>
                    <a:pt x="13716" y="2043290"/>
                  </a:lnTo>
                  <a:lnTo>
                    <a:pt x="24130" y="2088616"/>
                  </a:lnTo>
                  <a:lnTo>
                    <a:pt x="37299" y="2132812"/>
                  </a:lnTo>
                  <a:lnTo>
                    <a:pt x="53124" y="2175802"/>
                  </a:lnTo>
                  <a:lnTo>
                    <a:pt x="71526" y="2217470"/>
                  </a:lnTo>
                  <a:lnTo>
                    <a:pt x="92392" y="2257729"/>
                  </a:lnTo>
                  <a:lnTo>
                    <a:pt x="115633" y="2296490"/>
                  </a:lnTo>
                  <a:lnTo>
                    <a:pt x="141160" y="2333650"/>
                  </a:lnTo>
                  <a:lnTo>
                    <a:pt x="168859" y="2369108"/>
                  </a:lnTo>
                  <a:lnTo>
                    <a:pt x="198640" y="2402763"/>
                  </a:lnTo>
                  <a:lnTo>
                    <a:pt x="230403" y="2434539"/>
                  </a:lnTo>
                  <a:lnTo>
                    <a:pt x="264071" y="2464320"/>
                  </a:lnTo>
                  <a:lnTo>
                    <a:pt x="299529" y="2492019"/>
                  </a:lnTo>
                  <a:lnTo>
                    <a:pt x="336677" y="2517533"/>
                  </a:lnTo>
                  <a:lnTo>
                    <a:pt x="375437" y="2540774"/>
                  </a:lnTo>
                  <a:lnTo>
                    <a:pt x="415709" y="2561653"/>
                  </a:lnTo>
                  <a:lnTo>
                    <a:pt x="457377" y="2580043"/>
                  </a:lnTo>
                  <a:lnTo>
                    <a:pt x="500367" y="2595880"/>
                  </a:lnTo>
                  <a:lnTo>
                    <a:pt x="544563" y="2609050"/>
                  </a:lnTo>
                  <a:lnTo>
                    <a:pt x="589889" y="2619464"/>
                  </a:lnTo>
                  <a:lnTo>
                    <a:pt x="636231" y="2627020"/>
                  </a:lnTo>
                  <a:lnTo>
                    <a:pt x="683501" y="2631617"/>
                  </a:lnTo>
                  <a:lnTo>
                    <a:pt x="731608" y="2633180"/>
                  </a:lnTo>
                  <a:lnTo>
                    <a:pt x="779703" y="2631617"/>
                  </a:lnTo>
                  <a:lnTo>
                    <a:pt x="826985" y="2627020"/>
                  </a:lnTo>
                  <a:lnTo>
                    <a:pt x="873328" y="2619464"/>
                  </a:lnTo>
                  <a:lnTo>
                    <a:pt x="918654" y="2609050"/>
                  </a:lnTo>
                  <a:lnTo>
                    <a:pt x="962850" y="2595880"/>
                  </a:lnTo>
                  <a:lnTo>
                    <a:pt x="1005840" y="2580043"/>
                  </a:lnTo>
                  <a:lnTo>
                    <a:pt x="1047508" y="2561653"/>
                  </a:lnTo>
                  <a:lnTo>
                    <a:pt x="1087767" y="2540774"/>
                  </a:lnTo>
                  <a:lnTo>
                    <a:pt x="1126528" y="2517533"/>
                  </a:lnTo>
                  <a:lnTo>
                    <a:pt x="1163688" y="2492019"/>
                  </a:lnTo>
                  <a:lnTo>
                    <a:pt x="1199146" y="2464320"/>
                  </a:lnTo>
                  <a:lnTo>
                    <a:pt x="1232801" y="2434539"/>
                  </a:lnTo>
                  <a:lnTo>
                    <a:pt x="1264577" y="2402763"/>
                  </a:lnTo>
                  <a:lnTo>
                    <a:pt x="1294358" y="2369108"/>
                  </a:lnTo>
                  <a:lnTo>
                    <a:pt x="1322057" y="2333650"/>
                  </a:lnTo>
                  <a:lnTo>
                    <a:pt x="1347571" y="2296490"/>
                  </a:lnTo>
                  <a:lnTo>
                    <a:pt x="1370812" y="2257729"/>
                  </a:lnTo>
                  <a:lnTo>
                    <a:pt x="1391678" y="2217470"/>
                  </a:lnTo>
                  <a:lnTo>
                    <a:pt x="1410081" y="2175802"/>
                  </a:lnTo>
                  <a:lnTo>
                    <a:pt x="1425917" y="2132812"/>
                  </a:lnTo>
                  <a:lnTo>
                    <a:pt x="1439087" y="2088616"/>
                  </a:lnTo>
                  <a:lnTo>
                    <a:pt x="1449501" y="2043290"/>
                  </a:lnTo>
                  <a:lnTo>
                    <a:pt x="1457058" y="1996948"/>
                  </a:lnTo>
                  <a:lnTo>
                    <a:pt x="1461655" y="1949678"/>
                  </a:lnTo>
                  <a:lnTo>
                    <a:pt x="1463217" y="1901571"/>
                  </a:lnTo>
                  <a:close/>
                </a:path>
                <a:path w="5935980" h="3541395">
                  <a:moveTo>
                    <a:pt x="3011309" y="2809405"/>
                  </a:moveTo>
                  <a:lnTo>
                    <a:pt x="3009760" y="2761297"/>
                  </a:lnTo>
                  <a:lnTo>
                    <a:pt x="3005150" y="2714028"/>
                  </a:lnTo>
                  <a:lnTo>
                    <a:pt x="2997593" y="2667673"/>
                  </a:lnTo>
                  <a:lnTo>
                    <a:pt x="2987179" y="2622359"/>
                  </a:lnTo>
                  <a:lnTo>
                    <a:pt x="2974009" y="2578150"/>
                  </a:lnTo>
                  <a:lnTo>
                    <a:pt x="2958185" y="2535174"/>
                  </a:lnTo>
                  <a:lnTo>
                    <a:pt x="2939783" y="2493492"/>
                  </a:lnTo>
                  <a:lnTo>
                    <a:pt x="2918917" y="2453233"/>
                  </a:lnTo>
                  <a:lnTo>
                    <a:pt x="2895676" y="2414473"/>
                  </a:lnTo>
                  <a:lnTo>
                    <a:pt x="2870149" y="2377325"/>
                  </a:lnTo>
                  <a:lnTo>
                    <a:pt x="2842450" y="2341867"/>
                  </a:lnTo>
                  <a:lnTo>
                    <a:pt x="2812669" y="2308199"/>
                  </a:lnTo>
                  <a:lnTo>
                    <a:pt x="2780893" y="2276437"/>
                  </a:lnTo>
                  <a:lnTo>
                    <a:pt x="2747238" y="2246642"/>
                  </a:lnTo>
                  <a:lnTo>
                    <a:pt x="2711780" y="2218944"/>
                  </a:lnTo>
                  <a:lnTo>
                    <a:pt x="2674620" y="2193429"/>
                  </a:lnTo>
                  <a:lnTo>
                    <a:pt x="2635872" y="2170188"/>
                  </a:lnTo>
                  <a:lnTo>
                    <a:pt x="2595600" y="2149322"/>
                  </a:lnTo>
                  <a:lnTo>
                    <a:pt x="2553932" y="2130920"/>
                  </a:lnTo>
                  <a:lnTo>
                    <a:pt x="2510942" y="2115083"/>
                  </a:lnTo>
                  <a:lnTo>
                    <a:pt x="2466746" y="2101913"/>
                  </a:lnTo>
                  <a:lnTo>
                    <a:pt x="2421420" y="2091512"/>
                  </a:lnTo>
                  <a:lnTo>
                    <a:pt x="2375077" y="2083955"/>
                  </a:lnTo>
                  <a:lnTo>
                    <a:pt x="2327808" y="2079345"/>
                  </a:lnTo>
                  <a:lnTo>
                    <a:pt x="2279700" y="2077796"/>
                  </a:lnTo>
                  <a:lnTo>
                    <a:pt x="2231593" y="2079345"/>
                  </a:lnTo>
                  <a:lnTo>
                    <a:pt x="2184323" y="2083955"/>
                  </a:lnTo>
                  <a:lnTo>
                    <a:pt x="2137981" y="2091512"/>
                  </a:lnTo>
                  <a:lnTo>
                    <a:pt x="2092655" y="2101913"/>
                  </a:lnTo>
                  <a:lnTo>
                    <a:pt x="2048459" y="2115083"/>
                  </a:lnTo>
                  <a:lnTo>
                    <a:pt x="2005469" y="2130920"/>
                  </a:lnTo>
                  <a:lnTo>
                    <a:pt x="1963801" y="2149322"/>
                  </a:lnTo>
                  <a:lnTo>
                    <a:pt x="1923542" y="2170188"/>
                  </a:lnTo>
                  <a:lnTo>
                    <a:pt x="1884781" y="2193429"/>
                  </a:lnTo>
                  <a:lnTo>
                    <a:pt x="1847621" y="2218944"/>
                  </a:lnTo>
                  <a:lnTo>
                    <a:pt x="1812163" y="2246642"/>
                  </a:lnTo>
                  <a:lnTo>
                    <a:pt x="1778508" y="2276437"/>
                  </a:lnTo>
                  <a:lnTo>
                    <a:pt x="1746732" y="2308199"/>
                  </a:lnTo>
                  <a:lnTo>
                    <a:pt x="1716951" y="2341867"/>
                  </a:lnTo>
                  <a:lnTo>
                    <a:pt x="1689252" y="2377325"/>
                  </a:lnTo>
                  <a:lnTo>
                    <a:pt x="1663738" y="2414473"/>
                  </a:lnTo>
                  <a:lnTo>
                    <a:pt x="1640497" y="2453233"/>
                  </a:lnTo>
                  <a:lnTo>
                    <a:pt x="1619618" y="2493492"/>
                  </a:lnTo>
                  <a:lnTo>
                    <a:pt x="1601228" y="2535174"/>
                  </a:lnTo>
                  <a:lnTo>
                    <a:pt x="1585391" y="2578150"/>
                  </a:lnTo>
                  <a:lnTo>
                    <a:pt x="1572221" y="2622359"/>
                  </a:lnTo>
                  <a:lnTo>
                    <a:pt x="1561807" y="2667673"/>
                  </a:lnTo>
                  <a:lnTo>
                    <a:pt x="1554251" y="2714028"/>
                  </a:lnTo>
                  <a:lnTo>
                    <a:pt x="1549654" y="2761297"/>
                  </a:lnTo>
                  <a:lnTo>
                    <a:pt x="1548091" y="2809405"/>
                  </a:lnTo>
                  <a:lnTo>
                    <a:pt x="1549654" y="2857500"/>
                  </a:lnTo>
                  <a:lnTo>
                    <a:pt x="1554251" y="2904769"/>
                  </a:lnTo>
                  <a:lnTo>
                    <a:pt x="1561807" y="2951124"/>
                  </a:lnTo>
                  <a:lnTo>
                    <a:pt x="1572221" y="2996438"/>
                  </a:lnTo>
                  <a:lnTo>
                    <a:pt x="1585391" y="3040646"/>
                  </a:lnTo>
                  <a:lnTo>
                    <a:pt x="1601228" y="3083623"/>
                  </a:lnTo>
                  <a:lnTo>
                    <a:pt x="1619618" y="3125305"/>
                  </a:lnTo>
                  <a:lnTo>
                    <a:pt x="1640497" y="3165564"/>
                  </a:lnTo>
                  <a:lnTo>
                    <a:pt x="1663738" y="3204324"/>
                  </a:lnTo>
                  <a:lnTo>
                    <a:pt x="1689252" y="3241471"/>
                  </a:lnTo>
                  <a:lnTo>
                    <a:pt x="1716951" y="3276930"/>
                  </a:lnTo>
                  <a:lnTo>
                    <a:pt x="1746732" y="3310598"/>
                  </a:lnTo>
                  <a:lnTo>
                    <a:pt x="1778508" y="3342373"/>
                  </a:lnTo>
                  <a:lnTo>
                    <a:pt x="1812163" y="3372154"/>
                  </a:lnTo>
                  <a:lnTo>
                    <a:pt x="1847621" y="3399853"/>
                  </a:lnTo>
                  <a:lnTo>
                    <a:pt x="1884781" y="3425367"/>
                  </a:lnTo>
                  <a:lnTo>
                    <a:pt x="1923542" y="3448608"/>
                  </a:lnTo>
                  <a:lnTo>
                    <a:pt x="1963801" y="3469475"/>
                  </a:lnTo>
                  <a:lnTo>
                    <a:pt x="2005469" y="3487877"/>
                  </a:lnTo>
                  <a:lnTo>
                    <a:pt x="2048459" y="3503714"/>
                  </a:lnTo>
                  <a:lnTo>
                    <a:pt x="2092655" y="3516884"/>
                  </a:lnTo>
                  <a:lnTo>
                    <a:pt x="2137981" y="3527285"/>
                  </a:lnTo>
                  <a:lnTo>
                    <a:pt x="2184323" y="3534841"/>
                  </a:lnTo>
                  <a:lnTo>
                    <a:pt x="2231593" y="3539452"/>
                  </a:lnTo>
                  <a:lnTo>
                    <a:pt x="2279700" y="3541014"/>
                  </a:lnTo>
                  <a:lnTo>
                    <a:pt x="2327808" y="3539452"/>
                  </a:lnTo>
                  <a:lnTo>
                    <a:pt x="2375077" y="3534841"/>
                  </a:lnTo>
                  <a:lnTo>
                    <a:pt x="2421420" y="3527285"/>
                  </a:lnTo>
                  <a:lnTo>
                    <a:pt x="2466746" y="3516884"/>
                  </a:lnTo>
                  <a:lnTo>
                    <a:pt x="2510942" y="3503714"/>
                  </a:lnTo>
                  <a:lnTo>
                    <a:pt x="2553932" y="3487877"/>
                  </a:lnTo>
                  <a:lnTo>
                    <a:pt x="2595600" y="3469475"/>
                  </a:lnTo>
                  <a:lnTo>
                    <a:pt x="2635872" y="3448608"/>
                  </a:lnTo>
                  <a:lnTo>
                    <a:pt x="2674620" y="3425367"/>
                  </a:lnTo>
                  <a:lnTo>
                    <a:pt x="2711780" y="3399853"/>
                  </a:lnTo>
                  <a:lnTo>
                    <a:pt x="2747238" y="3372154"/>
                  </a:lnTo>
                  <a:lnTo>
                    <a:pt x="2780893" y="3342373"/>
                  </a:lnTo>
                  <a:lnTo>
                    <a:pt x="2812669" y="3310598"/>
                  </a:lnTo>
                  <a:lnTo>
                    <a:pt x="2842450" y="3276930"/>
                  </a:lnTo>
                  <a:lnTo>
                    <a:pt x="2870149" y="3241471"/>
                  </a:lnTo>
                  <a:lnTo>
                    <a:pt x="2895676" y="3204324"/>
                  </a:lnTo>
                  <a:lnTo>
                    <a:pt x="2918917" y="3165564"/>
                  </a:lnTo>
                  <a:lnTo>
                    <a:pt x="2939783" y="3125305"/>
                  </a:lnTo>
                  <a:lnTo>
                    <a:pt x="2958185" y="3083623"/>
                  </a:lnTo>
                  <a:lnTo>
                    <a:pt x="2974009" y="3040646"/>
                  </a:lnTo>
                  <a:lnTo>
                    <a:pt x="2987179" y="2996438"/>
                  </a:lnTo>
                  <a:lnTo>
                    <a:pt x="2997593" y="2951124"/>
                  </a:lnTo>
                  <a:lnTo>
                    <a:pt x="3005150" y="2904769"/>
                  </a:lnTo>
                  <a:lnTo>
                    <a:pt x="3009760" y="2857500"/>
                  </a:lnTo>
                  <a:lnTo>
                    <a:pt x="3011309" y="2809405"/>
                  </a:lnTo>
                  <a:close/>
                </a:path>
                <a:path w="5935980" h="3541395">
                  <a:moveTo>
                    <a:pt x="5103571" y="2382075"/>
                  </a:moveTo>
                  <a:lnTo>
                    <a:pt x="5102022" y="2333968"/>
                  </a:lnTo>
                  <a:lnTo>
                    <a:pt x="5097411" y="2286698"/>
                  </a:lnTo>
                  <a:lnTo>
                    <a:pt x="5089855" y="2240356"/>
                  </a:lnTo>
                  <a:lnTo>
                    <a:pt x="5079441" y="2195030"/>
                  </a:lnTo>
                  <a:lnTo>
                    <a:pt x="5066271" y="2150834"/>
                  </a:lnTo>
                  <a:lnTo>
                    <a:pt x="5050447" y="2107844"/>
                  </a:lnTo>
                  <a:lnTo>
                    <a:pt x="5032045" y="2066175"/>
                  </a:lnTo>
                  <a:lnTo>
                    <a:pt x="5011178" y="2025916"/>
                  </a:lnTo>
                  <a:lnTo>
                    <a:pt x="4987937" y="1987156"/>
                  </a:lnTo>
                  <a:lnTo>
                    <a:pt x="4962410" y="1949996"/>
                  </a:lnTo>
                  <a:lnTo>
                    <a:pt x="4934712" y="1914537"/>
                  </a:lnTo>
                  <a:lnTo>
                    <a:pt x="4904930" y="1880882"/>
                  </a:lnTo>
                  <a:lnTo>
                    <a:pt x="4873155" y="1849107"/>
                  </a:lnTo>
                  <a:lnTo>
                    <a:pt x="4839500" y="1819325"/>
                  </a:lnTo>
                  <a:lnTo>
                    <a:pt x="4804041" y="1791627"/>
                  </a:lnTo>
                  <a:lnTo>
                    <a:pt x="4766881" y="1766112"/>
                  </a:lnTo>
                  <a:lnTo>
                    <a:pt x="4728134" y="1742871"/>
                  </a:lnTo>
                  <a:lnTo>
                    <a:pt x="4687862" y="1721993"/>
                  </a:lnTo>
                  <a:lnTo>
                    <a:pt x="4646193" y="1703603"/>
                  </a:lnTo>
                  <a:lnTo>
                    <a:pt x="4603204" y="1687766"/>
                  </a:lnTo>
                  <a:lnTo>
                    <a:pt x="4559008" y="1674596"/>
                  </a:lnTo>
                  <a:lnTo>
                    <a:pt x="4513681" y="1664182"/>
                  </a:lnTo>
                  <a:lnTo>
                    <a:pt x="4467339" y="1656626"/>
                  </a:lnTo>
                  <a:lnTo>
                    <a:pt x="4420070" y="1652028"/>
                  </a:lnTo>
                  <a:lnTo>
                    <a:pt x="4371962" y="1650466"/>
                  </a:lnTo>
                  <a:lnTo>
                    <a:pt x="4323854" y="1652028"/>
                  </a:lnTo>
                  <a:lnTo>
                    <a:pt x="4276585" y="1656626"/>
                  </a:lnTo>
                  <a:lnTo>
                    <a:pt x="4230243" y="1664182"/>
                  </a:lnTo>
                  <a:lnTo>
                    <a:pt x="4184916" y="1674596"/>
                  </a:lnTo>
                  <a:lnTo>
                    <a:pt x="4140720" y="1687766"/>
                  </a:lnTo>
                  <a:lnTo>
                    <a:pt x="4097731" y="1703603"/>
                  </a:lnTo>
                  <a:lnTo>
                    <a:pt x="4056062" y="1721993"/>
                  </a:lnTo>
                  <a:lnTo>
                    <a:pt x="4015803" y="1742871"/>
                  </a:lnTo>
                  <a:lnTo>
                    <a:pt x="3977043" y="1766112"/>
                  </a:lnTo>
                  <a:lnTo>
                    <a:pt x="3939883" y="1791627"/>
                  </a:lnTo>
                  <a:lnTo>
                    <a:pt x="3904424" y="1819325"/>
                  </a:lnTo>
                  <a:lnTo>
                    <a:pt x="3870769" y="1849107"/>
                  </a:lnTo>
                  <a:lnTo>
                    <a:pt x="3838994" y="1880882"/>
                  </a:lnTo>
                  <a:lnTo>
                    <a:pt x="3809212" y="1914537"/>
                  </a:lnTo>
                  <a:lnTo>
                    <a:pt x="3781514" y="1949996"/>
                  </a:lnTo>
                  <a:lnTo>
                    <a:pt x="3755999" y="1987156"/>
                  </a:lnTo>
                  <a:lnTo>
                    <a:pt x="3732758" y="2025916"/>
                  </a:lnTo>
                  <a:lnTo>
                    <a:pt x="3711879" y="2066175"/>
                  </a:lnTo>
                  <a:lnTo>
                    <a:pt x="3693490" y="2107844"/>
                  </a:lnTo>
                  <a:lnTo>
                    <a:pt x="3677653" y="2150834"/>
                  </a:lnTo>
                  <a:lnTo>
                    <a:pt x="3664483" y="2195030"/>
                  </a:lnTo>
                  <a:lnTo>
                    <a:pt x="3654069" y="2240356"/>
                  </a:lnTo>
                  <a:lnTo>
                    <a:pt x="3646513" y="2286698"/>
                  </a:lnTo>
                  <a:lnTo>
                    <a:pt x="3641915" y="2333968"/>
                  </a:lnTo>
                  <a:lnTo>
                    <a:pt x="3640353" y="2382075"/>
                  </a:lnTo>
                  <a:lnTo>
                    <a:pt x="3641915" y="2430183"/>
                  </a:lnTo>
                  <a:lnTo>
                    <a:pt x="3646513" y="2477452"/>
                  </a:lnTo>
                  <a:lnTo>
                    <a:pt x="3654069" y="2523794"/>
                  </a:lnTo>
                  <a:lnTo>
                    <a:pt x="3664483" y="2569121"/>
                  </a:lnTo>
                  <a:lnTo>
                    <a:pt x="3677653" y="2613317"/>
                  </a:lnTo>
                  <a:lnTo>
                    <a:pt x="3693490" y="2656306"/>
                  </a:lnTo>
                  <a:lnTo>
                    <a:pt x="3711879" y="2697975"/>
                  </a:lnTo>
                  <a:lnTo>
                    <a:pt x="3732758" y="2738247"/>
                  </a:lnTo>
                  <a:lnTo>
                    <a:pt x="3755999" y="2776994"/>
                  </a:lnTo>
                  <a:lnTo>
                    <a:pt x="3781514" y="2814155"/>
                  </a:lnTo>
                  <a:lnTo>
                    <a:pt x="3809212" y="2849613"/>
                  </a:lnTo>
                  <a:lnTo>
                    <a:pt x="3838994" y="2883268"/>
                  </a:lnTo>
                  <a:lnTo>
                    <a:pt x="3870769" y="2915043"/>
                  </a:lnTo>
                  <a:lnTo>
                    <a:pt x="3904424" y="2944825"/>
                  </a:lnTo>
                  <a:lnTo>
                    <a:pt x="3939883" y="2972524"/>
                  </a:lnTo>
                  <a:lnTo>
                    <a:pt x="3977043" y="2998051"/>
                  </a:lnTo>
                  <a:lnTo>
                    <a:pt x="4015803" y="3021292"/>
                  </a:lnTo>
                  <a:lnTo>
                    <a:pt x="4056062" y="3042158"/>
                  </a:lnTo>
                  <a:lnTo>
                    <a:pt x="4097731" y="3060560"/>
                  </a:lnTo>
                  <a:lnTo>
                    <a:pt x="4140720" y="3076384"/>
                  </a:lnTo>
                  <a:lnTo>
                    <a:pt x="4184916" y="3089554"/>
                  </a:lnTo>
                  <a:lnTo>
                    <a:pt x="4230243" y="3099968"/>
                  </a:lnTo>
                  <a:lnTo>
                    <a:pt x="4276585" y="3107525"/>
                  </a:lnTo>
                  <a:lnTo>
                    <a:pt x="4323854" y="3112135"/>
                  </a:lnTo>
                  <a:lnTo>
                    <a:pt x="4371962" y="3113684"/>
                  </a:lnTo>
                  <a:lnTo>
                    <a:pt x="4420070" y="3112135"/>
                  </a:lnTo>
                  <a:lnTo>
                    <a:pt x="4467339" y="3107525"/>
                  </a:lnTo>
                  <a:lnTo>
                    <a:pt x="4513681" y="3099968"/>
                  </a:lnTo>
                  <a:lnTo>
                    <a:pt x="4559008" y="3089554"/>
                  </a:lnTo>
                  <a:lnTo>
                    <a:pt x="4603204" y="3076384"/>
                  </a:lnTo>
                  <a:lnTo>
                    <a:pt x="4646193" y="3060560"/>
                  </a:lnTo>
                  <a:lnTo>
                    <a:pt x="4687862" y="3042158"/>
                  </a:lnTo>
                  <a:lnTo>
                    <a:pt x="4728134" y="3021292"/>
                  </a:lnTo>
                  <a:lnTo>
                    <a:pt x="4766881" y="2998051"/>
                  </a:lnTo>
                  <a:lnTo>
                    <a:pt x="4804041" y="2972524"/>
                  </a:lnTo>
                  <a:lnTo>
                    <a:pt x="4839500" y="2944825"/>
                  </a:lnTo>
                  <a:lnTo>
                    <a:pt x="4873155" y="2915043"/>
                  </a:lnTo>
                  <a:lnTo>
                    <a:pt x="4904930" y="2883268"/>
                  </a:lnTo>
                  <a:lnTo>
                    <a:pt x="4934712" y="2849613"/>
                  </a:lnTo>
                  <a:lnTo>
                    <a:pt x="4962410" y="2814155"/>
                  </a:lnTo>
                  <a:lnTo>
                    <a:pt x="4987937" y="2776994"/>
                  </a:lnTo>
                  <a:lnTo>
                    <a:pt x="5011178" y="2738247"/>
                  </a:lnTo>
                  <a:lnTo>
                    <a:pt x="5032045" y="2697975"/>
                  </a:lnTo>
                  <a:lnTo>
                    <a:pt x="5050447" y="2656306"/>
                  </a:lnTo>
                  <a:lnTo>
                    <a:pt x="5066271" y="2613317"/>
                  </a:lnTo>
                  <a:lnTo>
                    <a:pt x="5079441" y="2569121"/>
                  </a:lnTo>
                  <a:lnTo>
                    <a:pt x="5089855" y="2523794"/>
                  </a:lnTo>
                  <a:lnTo>
                    <a:pt x="5097411" y="2477452"/>
                  </a:lnTo>
                  <a:lnTo>
                    <a:pt x="5102022" y="2430183"/>
                  </a:lnTo>
                  <a:lnTo>
                    <a:pt x="5103571" y="2382075"/>
                  </a:lnTo>
                  <a:close/>
                </a:path>
                <a:path w="5935980" h="3541395">
                  <a:moveTo>
                    <a:pt x="5935510" y="305422"/>
                  </a:moveTo>
                  <a:lnTo>
                    <a:pt x="5903773" y="264071"/>
                  </a:lnTo>
                  <a:lnTo>
                    <a:pt x="5873978" y="230403"/>
                  </a:lnTo>
                  <a:lnTo>
                    <a:pt x="5842216" y="198640"/>
                  </a:lnTo>
                  <a:lnTo>
                    <a:pt x="5808548" y="168859"/>
                  </a:lnTo>
                  <a:lnTo>
                    <a:pt x="5773090" y="141160"/>
                  </a:lnTo>
                  <a:lnTo>
                    <a:pt x="5735942" y="115633"/>
                  </a:lnTo>
                  <a:lnTo>
                    <a:pt x="5697182" y="92392"/>
                  </a:lnTo>
                  <a:lnTo>
                    <a:pt x="5656923" y="71526"/>
                  </a:lnTo>
                  <a:lnTo>
                    <a:pt x="5615241" y="53124"/>
                  </a:lnTo>
                  <a:lnTo>
                    <a:pt x="5572264" y="37299"/>
                  </a:lnTo>
                  <a:lnTo>
                    <a:pt x="5528056" y="24130"/>
                  </a:lnTo>
                  <a:lnTo>
                    <a:pt x="5482742" y="13716"/>
                  </a:lnTo>
                  <a:lnTo>
                    <a:pt x="5436387" y="6159"/>
                  </a:lnTo>
                  <a:lnTo>
                    <a:pt x="5389118" y="1549"/>
                  </a:lnTo>
                  <a:lnTo>
                    <a:pt x="5341010" y="0"/>
                  </a:lnTo>
                  <a:lnTo>
                    <a:pt x="5292915" y="1549"/>
                  </a:lnTo>
                  <a:lnTo>
                    <a:pt x="5245646" y="6159"/>
                  </a:lnTo>
                  <a:lnTo>
                    <a:pt x="5199291" y="13716"/>
                  </a:lnTo>
                  <a:lnTo>
                    <a:pt x="5153977" y="24130"/>
                  </a:lnTo>
                  <a:lnTo>
                    <a:pt x="5109769" y="37299"/>
                  </a:lnTo>
                  <a:lnTo>
                    <a:pt x="5066792" y="53124"/>
                  </a:lnTo>
                  <a:lnTo>
                    <a:pt x="5025110" y="71526"/>
                  </a:lnTo>
                  <a:lnTo>
                    <a:pt x="4984851" y="92392"/>
                  </a:lnTo>
                  <a:lnTo>
                    <a:pt x="4946091" y="115633"/>
                  </a:lnTo>
                  <a:lnTo>
                    <a:pt x="4908943" y="141160"/>
                  </a:lnTo>
                  <a:lnTo>
                    <a:pt x="4873485" y="168859"/>
                  </a:lnTo>
                  <a:lnTo>
                    <a:pt x="4839817" y="198640"/>
                  </a:lnTo>
                  <a:lnTo>
                    <a:pt x="4808042" y="230403"/>
                  </a:lnTo>
                  <a:lnTo>
                    <a:pt x="4778260" y="264071"/>
                  </a:lnTo>
                  <a:lnTo>
                    <a:pt x="4750562" y="299529"/>
                  </a:lnTo>
                  <a:lnTo>
                    <a:pt x="4725047" y="336689"/>
                  </a:lnTo>
                  <a:lnTo>
                    <a:pt x="4701806" y="375437"/>
                  </a:lnTo>
                  <a:lnTo>
                    <a:pt x="4680940" y="415709"/>
                  </a:lnTo>
                  <a:lnTo>
                    <a:pt x="4662538" y="457377"/>
                  </a:lnTo>
                  <a:lnTo>
                    <a:pt x="4646701" y="500367"/>
                  </a:lnTo>
                  <a:lnTo>
                    <a:pt x="4633531" y="544563"/>
                  </a:lnTo>
                  <a:lnTo>
                    <a:pt x="4623130" y="589889"/>
                  </a:lnTo>
                  <a:lnTo>
                    <a:pt x="4615573" y="636231"/>
                  </a:lnTo>
                  <a:lnTo>
                    <a:pt x="4610963" y="683501"/>
                  </a:lnTo>
                  <a:lnTo>
                    <a:pt x="4609414" y="731608"/>
                  </a:lnTo>
                  <a:lnTo>
                    <a:pt x="4610963" y="779703"/>
                  </a:lnTo>
                  <a:lnTo>
                    <a:pt x="4615573" y="826985"/>
                  </a:lnTo>
                  <a:lnTo>
                    <a:pt x="4623130" y="873328"/>
                  </a:lnTo>
                  <a:lnTo>
                    <a:pt x="4633531" y="918654"/>
                  </a:lnTo>
                  <a:lnTo>
                    <a:pt x="4646701" y="962850"/>
                  </a:lnTo>
                  <a:lnTo>
                    <a:pt x="4662538" y="1005840"/>
                  </a:lnTo>
                  <a:lnTo>
                    <a:pt x="4680940" y="1047508"/>
                  </a:lnTo>
                  <a:lnTo>
                    <a:pt x="4701806" y="1087767"/>
                  </a:lnTo>
                  <a:lnTo>
                    <a:pt x="4725047" y="1126528"/>
                  </a:lnTo>
                  <a:lnTo>
                    <a:pt x="4750562" y="1163688"/>
                  </a:lnTo>
                  <a:lnTo>
                    <a:pt x="4778260" y="1199146"/>
                  </a:lnTo>
                  <a:lnTo>
                    <a:pt x="4808042" y="1232801"/>
                  </a:lnTo>
                  <a:lnTo>
                    <a:pt x="4839817" y="1264577"/>
                  </a:lnTo>
                  <a:lnTo>
                    <a:pt x="4873485" y="1294358"/>
                  </a:lnTo>
                  <a:lnTo>
                    <a:pt x="4908943" y="1322057"/>
                  </a:lnTo>
                  <a:lnTo>
                    <a:pt x="4946091" y="1347571"/>
                  </a:lnTo>
                  <a:lnTo>
                    <a:pt x="4984851" y="1370812"/>
                  </a:lnTo>
                  <a:lnTo>
                    <a:pt x="5025110" y="1391691"/>
                  </a:lnTo>
                  <a:lnTo>
                    <a:pt x="5066792" y="1410081"/>
                  </a:lnTo>
                  <a:lnTo>
                    <a:pt x="5109769" y="1425917"/>
                  </a:lnTo>
                  <a:lnTo>
                    <a:pt x="5153977" y="1439087"/>
                  </a:lnTo>
                  <a:lnTo>
                    <a:pt x="5199291" y="1449501"/>
                  </a:lnTo>
                  <a:lnTo>
                    <a:pt x="5245646" y="1457058"/>
                  </a:lnTo>
                  <a:lnTo>
                    <a:pt x="5292915" y="1461655"/>
                  </a:lnTo>
                  <a:lnTo>
                    <a:pt x="5341010" y="1463217"/>
                  </a:lnTo>
                  <a:lnTo>
                    <a:pt x="5389118" y="1461655"/>
                  </a:lnTo>
                  <a:lnTo>
                    <a:pt x="5436387" y="1457058"/>
                  </a:lnTo>
                  <a:lnTo>
                    <a:pt x="5482742" y="1449501"/>
                  </a:lnTo>
                  <a:lnTo>
                    <a:pt x="5528056" y="1439087"/>
                  </a:lnTo>
                  <a:lnTo>
                    <a:pt x="5572264" y="1425917"/>
                  </a:lnTo>
                  <a:lnTo>
                    <a:pt x="5615241" y="1410081"/>
                  </a:lnTo>
                  <a:lnTo>
                    <a:pt x="5656923" y="1391691"/>
                  </a:lnTo>
                  <a:lnTo>
                    <a:pt x="5697182" y="1370812"/>
                  </a:lnTo>
                  <a:lnTo>
                    <a:pt x="5735942" y="1347571"/>
                  </a:lnTo>
                  <a:lnTo>
                    <a:pt x="5773090" y="1322057"/>
                  </a:lnTo>
                  <a:lnTo>
                    <a:pt x="5808548" y="1294358"/>
                  </a:lnTo>
                  <a:lnTo>
                    <a:pt x="5842216" y="1264577"/>
                  </a:lnTo>
                  <a:lnTo>
                    <a:pt x="5873978" y="1232801"/>
                  </a:lnTo>
                  <a:lnTo>
                    <a:pt x="5903773" y="1199146"/>
                  </a:lnTo>
                  <a:lnTo>
                    <a:pt x="5931471" y="1163688"/>
                  </a:lnTo>
                  <a:lnTo>
                    <a:pt x="5935510" y="1157782"/>
                  </a:lnTo>
                  <a:lnTo>
                    <a:pt x="5935510" y="305422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47664" y="8038126"/>
              <a:ext cx="72722" cy="892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713208" y="7717891"/>
              <a:ext cx="741680" cy="608965"/>
            </a:xfrm>
            <a:custGeom>
              <a:avLst/>
              <a:gdLst/>
              <a:ahLst/>
              <a:cxnLst/>
              <a:rect l="l" t="t" r="r" b="b"/>
              <a:pathLst>
                <a:path w="741680" h="608965">
                  <a:moveTo>
                    <a:pt x="726706" y="383159"/>
                  </a:moveTo>
                  <a:lnTo>
                    <a:pt x="716381" y="387426"/>
                  </a:lnTo>
                  <a:lnTo>
                    <a:pt x="705535" y="390575"/>
                  </a:lnTo>
                  <a:lnTo>
                    <a:pt x="694245" y="392544"/>
                  </a:lnTo>
                  <a:lnTo>
                    <a:pt x="682561" y="393217"/>
                  </a:lnTo>
                  <a:lnTo>
                    <a:pt x="432117" y="393204"/>
                  </a:lnTo>
                  <a:lnTo>
                    <a:pt x="423214" y="411480"/>
                  </a:lnTo>
                  <a:lnTo>
                    <a:pt x="409308" y="425958"/>
                  </a:lnTo>
                  <a:lnTo>
                    <a:pt x="391477" y="435508"/>
                  </a:lnTo>
                  <a:lnTo>
                    <a:pt x="370814" y="438937"/>
                  </a:lnTo>
                  <a:lnTo>
                    <a:pt x="350151" y="435508"/>
                  </a:lnTo>
                  <a:lnTo>
                    <a:pt x="332320" y="425958"/>
                  </a:lnTo>
                  <a:lnTo>
                    <a:pt x="318414" y="411480"/>
                  </a:lnTo>
                  <a:lnTo>
                    <a:pt x="309511" y="393204"/>
                  </a:lnTo>
                  <a:lnTo>
                    <a:pt x="59042" y="393204"/>
                  </a:lnTo>
                  <a:lnTo>
                    <a:pt x="47358" y="392531"/>
                  </a:lnTo>
                  <a:lnTo>
                    <a:pt x="36068" y="390563"/>
                  </a:lnTo>
                  <a:lnTo>
                    <a:pt x="25222" y="387413"/>
                  </a:lnTo>
                  <a:lnTo>
                    <a:pt x="14897" y="383146"/>
                  </a:lnTo>
                  <a:lnTo>
                    <a:pt x="14897" y="549452"/>
                  </a:lnTo>
                  <a:lnTo>
                    <a:pt x="19558" y="572376"/>
                  </a:lnTo>
                  <a:lnTo>
                    <a:pt x="32245" y="591146"/>
                  </a:lnTo>
                  <a:lnTo>
                    <a:pt x="51015" y="603834"/>
                  </a:lnTo>
                  <a:lnTo>
                    <a:pt x="73939" y="608495"/>
                  </a:lnTo>
                  <a:lnTo>
                    <a:pt x="667677" y="608495"/>
                  </a:lnTo>
                  <a:lnTo>
                    <a:pt x="690600" y="603834"/>
                  </a:lnTo>
                  <a:lnTo>
                    <a:pt x="709371" y="591146"/>
                  </a:lnTo>
                  <a:lnTo>
                    <a:pt x="722058" y="572376"/>
                  </a:lnTo>
                  <a:lnTo>
                    <a:pt x="726706" y="549452"/>
                  </a:lnTo>
                  <a:lnTo>
                    <a:pt x="726706" y="383159"/>
                  </a:lnTo>
                  <a:close/>
                </a:path>
                <a:path w="741680" h="608965">
                  <a:moveTo>
                    <a:pt x="741591" y="287680"/>
                  </a:moveTo>
                  <a:lnTo>
                    <a:pt x="741578" y="153619"/>
                  </a:lnTo>
                  <a:lnTo>
                    <a:pt x="723531" y="111925"/>
                  </a:lnTo>
                  <a:lnTo>
                    <a:pt x="680097" y="94576"/>
                  </a:lnTo>
                  <a:lnTo>
                    <a:pt x="538391" y="94576"/>
                  </a:lnTo>
                  <a:lnTo>
                    <a:pt x="525322" y="57213"/>
                  </a:lnTo>
                  <a:lnTo>
                    <a:pt x="523709" y="55257"/>
                  </a:lnTo>
                  <a:lnTo>
                    <a:pt x="500735" y="27216"/>
                  </a:lnTo>
                  <a:lnTo>
                    <a:pt x="481545" y="15773"/>
                  </a:lnTo>
                  <a:lnTo>
                    <a:pt x="481545" y="94576"/>
                  </a:lnTo>
                  <a:lnTo>
                    <a:pt x="260045" y="94576"/>
                  </a:lnTo>
                  <a:lnTo>
                    <a:pt x="295998" y="58204"/>
                  </a:lnTo>
                  <a:lnTo>
                    <a:pt x="427570" y="55257"/>
                  </a:lnTo>
                  <a:lnTo>
                    <a:pt x="473494" y="78841"/>
                  </a:lnTo>
                  <a:lnTo>
                    <a:pt x="481545" y="94576"/>
                  </a:lnTo>
                  <a:lnTo>
                    <a:pt x="481545" y="15773"/>
                  </a:lnTo>
                  <a:lnTo>
                    <a:pt x="467258" y="7251"/>
                  </a:lnTo>
                  <a:lnTo>
                    <a:pt x="427570" y="0"/>
                  </a:lnTo>
                  <a:lnTo>
                    <a:pt x="314020" y="0"/>
                  </a:lnTo>
                  <a:lnTo>
                    <a:pt x="274332" y="7251"/>
                  </a:lnTo>
                  <a:lnTo>
                    <a:pt x="240868" y="27216"/>
                  </a:lnTo>
                  <a:lnTo>
                    <a:pt x="216281" y="57213"/>
                  </a:lnTo>
                  <a:lnTo>
                    <a:pt x="203200" y="94576"/>
                  </a:lnTo>
                  <a:lnTo>
                    <a:pt x="61506" y="94576"/>
                  </a:lnTo>
                  <a:lnTo>
                    <a:pt x="37630" y="99237"/>
                  </a:lnTo>
                  <a:lnTo>
                    <a:pt x="18072" y="111925"/>
                  </a:lnTo>
                  <a:lnTo>
                    <a:pt x="4851" y="130695"/>
                  </a:lnTo>
                  <a:lnTo>
                    <a:pt x="0" y="153619"/>
                  </a:lnTo>
                  <a:lnTo>
                    <a:pt x="38" y="290068"/>
                  </a:lnTo>
                  <a:lnTo>
                    <a:pt x="4648" y="312877"/>
                  </a:lnTo>
                  <a:lnTo>
                    <a:pt x="17297" y="331647"/>
                  </a:lnTo>
                  <a:lnTo>
                    <a:pt x="36068" y="344297"/>
                  </a:lnTo>
                  <a:lnTo>
                    <a:pt x="59042" y="348932"/>
                  </a:lnTo>
                  <a:lnTo>
                    <a:pt x="306717" y="348932"/>
                  </a:lnTo>
                  <a:lnTo>
                    <a:pt x="308521" y="336550"/>
                  </a:lnTo>
                  <a:lnTo>
                    <a:pt x="312534" y="325056"/>
                  </a:lnTo>
                  <a:lnTo>
                    <a:pt x="318554" y="314680"/>
                  </a:lnTo>
                  <a:lnTo>
                    <a:pt x="326377" y="305638"/>
                  </a:lnTo>
                  <a:lnTo>
                    <a:pt x="326732" y="305308"/>
                  </a:lnTo>
                  <a:lnTo>
                    <a:pt x="327139" y="305041"/>
                  </a:lnTo>
                  <a:lnTo>
                    <a:pt x="330073" y="302361"/>
                  </a:lnTo>
                  <a:lnTo>
                    <a:pt x="332727" y="300151"/>
                  </a:lnTo>
                  <a:lnTo>
                    <a:pt x="336664" y="297535"/>
                  </a:lnTo>
                  <a:lnTo>
                    <a:pt x="337845" y="297065"/>
                  </a:lnTo>
                  <a:lnTo>
                    <a:pt x="341312" y="295071"/>
                  </a:lnTo>
                  <a:lnTo>
                    <a:pt x="343674" y="293649"/>
                  </a:lnTo>
                  <a:lnTo>
                    <a:pt x="348284" y="291744"/>
                  </a:lnTo>
                  <a:lnTo>
                    <a:pt x="350469" y="291249"/>
                  </a:lnTo>
                  <a:lnTo>
                    <a:pt x="354418" y="290068"/>
                  </a:lnTo>
                  <a:lnTo>
                    <a:pt x="356158" y="289344"/>
                  </a:lnTo>
                  <a:lnTo>
                    <a:pt x="362191" y="288124"/>
                  </a:lnTo>
                  <a:lnTo>
                    <a:pt x="366445" y="287680"/>
                  </a:lnTo>
                  <a:lnTo>
                    <a:pt x="375170" y="287680"/>
                  </a:lnTo>
                  <a:lnTo>
                    <a:pt x="379285" y="288124"/>
                  </a:lnTo>
                  <a:lnTo>
                    <a:pt x="385432" y="289344"/>
                  </a:lnTo>
                  <a:lnTo>
                    <a:pt x="387172" y="290068"/>
                  </a:lnTo>
                  <a:lnTo>
                    <a:pt x="391134" y="291249"/>
                  </a:lnTo>
                  <a:lnTo>
                    <a:pt x="393319" y="291744"/>
                  </a:lnTo>
                  <a:lnTo>
                    <a:pt x="397865" y="293649"/>
                  </a:lnTo>
                  <a:lnTo>
                    <a:pt x="400253" y="295071"/>
                  </a:lnTo>
                  <a:lnTo>
                    <a:pt x="403707" y="297065"/>
                  </a:lnTo>
                  <a:lnTo>
                    <a:pt x="404876" y="297535"/>
                  </a:lnTo>
                  <a:lnTo>
                    <a:pt x="408876" y="300151"/>
                  </a:lnTo>
                  <a:lnTo>
                    <a:pt x="411518" y="302361"/>
                  </a:lnTo>
                  <a:lnTo>
                    <a:pt x="414413" y="305041"/>
                  </a:lnTo>
                  <a:lnTo>
                    <a:pt x="414845" y="305308"/>
                  </a:lnTo>
                  <a:lnTo>
                    <a:pt x="434873" y="348932"/>
                  </a:lnTo>
                  <a:lnTo>
                    <a:pt x="682701" y="348932"/>
                  </a:lnTo>
                  <a:lnTo>
                    <a:pt x="705573" y="344297"/>
                  </a:lnTo>
                  <a:lnTo>
                    <a:pt x="724319" y="331647"/>
                  </a:lnTo>
                  <a:lnTo>
                    <a:pt x="736955" y="312877"/>
                  </a:lnTo>
                  <a:lnTo>
                    <a:pt x="741565" y="290068"/>
                  </a:lnTo>
                  <a:lnTo>
                    <a:pt x="741591" y="287680"/>
                  </a:lnTo>
                  <a:close/>
                </a:path>
              </a:pathLst>
            </a:custGeom>
            <a:solidFill>
              <a:srgbClr val="1B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05535" y="9240735"/>
              <a:ext cx="178789" cy="1163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77703" y="8526521"/>
              <a:ext cx="66218" cy="1210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683106" y="8502871"/>
              <a:ext cx="24130" cy="126364"/>
            </a:xfrm>
            <a:custGeom>
              <a:avLst/>
              <a:gdLst/>
              <a:ahLst/>
              <a:cxnLst/>
              <a:rect l="l" t="t" r="r" b="b"/>
              <a:pathLst>
                <a:path w="24130" h="126365">
                  <a:moveTo>
                    <a:pt x="18919" y="125815"/>
                  </a:moveTo>
                  <a:lnTo>
                    <a:pt x="12297" y="125815"/>
                  </a:lnTo>
                  <a:lnTo>
                    <a:pt x="5675" y="125815"/>
                  </a:lnTo>
                  <a:lnTo>
                    <a:pt x="0" y="121085"/>
                  </a:lnTo>
                  <a:lnTo>
                    <a:pt x="945" y="114463"/>
                  </a:lnTo>
                  <a:lnTo>
                    <a:pt x="945" y="5675"/>
                  </a:lnTo>
                  <a:lnTo>
                    <a:pt x="6621" y="0"/>
                  </a:lnTo>
                  <a:lnTo>
                    <a:pt x="17973" y="0"/>
                  </a:lnTo>
                  <a:lnTo>
                    <a:pt x="23649" y="4729"/>
                  </a:lnTo>
                  <a:lnTo>
                    <a:pt x="23649" y="120139"/>
                  </a:lnTo>
                  <a:lnTo>
                    <a:pt x="18919" y="125815"/>
                  </a:lnTo>
                  <a:close/>
                </a:path>
              </a:pathLst>
            </a:custGeom>
            <a:solidFill>
              <a:srgbClr val="1B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25799" y="8606929"/>
              <a:ext cx="98381" cy="9838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341607" y="8728960"/>
              <a:ext cx="124869" cy="643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865680" y="8605983"/>
              <a:ext cx="100273" cy="993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47831" y="8526521"/>
              <a:ext cx="65272" cy="12108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457959" y="6532867"/>
              <a:ext cx="3728085" cy="2733675"/>
            </a:xfrm>
            <a:custGeom>
              <a:avLst/>
              <a:gdLst/>
              <a:ahLst/>
              <a:cxnLst/>
              <a:rect l="l" t="t" r="r" b="b"/>
              <a:pathLst>
                <a:path w="3728084" h="2733675">
                  <a:moveTo>
                    <a:pt x="227037" y="2250960"/>
                  </a:moveTo>
                  <a:lnTo>
                    <a:pt x="219468" y="2250960"/>
                  </a:lnTo>
                  <a:lnTo>
                    <a:pt x="207403" y="2253450"/>
                  </a:lnTo>
                  <a:lnTo>
                    <a:pt x="197472" y="2260193"/>
                  </a:lnTo>
                  <a:lnTo>
                    <a:pt x="190728" y="2270125"/>
                  </a:lnTo>
                  <a:lnTo>
                    <a:pt x="188252" y="2282190"/>
                  </a:lnTo>
                  <a:lnTo>
                    <a:pt x="188252" y="2310561"/>
                  </a:lnTo>
                  <a:lnTo>
                    <a:pt x="227037" y="2341778"/>
                  </a:lnTo>
                  <a:lnTo>
                    <a:pt x="227037" y="2250960"/>
                  </a:lnTo>
                  <a:close/>
                </a:path>
                <a:path w="3728084" h="2733675">
                  <a:moveTo>
                    <a:pt x="285686" y="2405164"/>
                  </a:moveTo>
                  <a:lnTo>
                    <a:pt x="251625" y="2376779"/>
                  </a:lnTo>
                  <a:lnTo>
                    <a:pt x="251625" y="2465705"/>
                  </a:lnTo>
                  <a:lnTo>
                    <a:pt x="254469" y="2465705"/>
                  </a:lnTo>
                  <a:lnTo>
                    <a:pt x="266522" y="2463215"/>
                  </a:lnTo>
                  <a:lnTo>
                    <a:pt x="276466" y="2456484"/>
                  </a:lnTo>
                  <a:lnTo>
                    <a:pt x="283197" y="2446553"/>
                  </a:lnTo>
                  <a:lnTo>
                    <a:pt x="285686" y="2434488"/>
                  </a:lnTo>
                  <a:lnTo>
                    <a:pt x="285686" y="2405164"/>
                  </a:lnTo>
                  <a:close/>
                </a:path>
                <a:path w="3728084" h="2733675">
                  <a:moveTo>
                    <a:pt x="474052" y="2364486"/>
                  </a:moveTo>
                  <a:lnTo>
                    <a:pt x="471754" y="2319121"/>
                  </a:lnTo>
                  <a:lnTo>
                    <a:pt x="460768" y="2274735"/>
                  </a:lnTo>
                  <a:lnTo>
                    <a:pt x="441007" y="2232647"/>
                  </a:lnTo>
                  <a:lnTo>
                    <a:pt x="415963" y="2198941"/>
                  </a:lnTo>
                  <a:lnTo>
                    <a:pt x="412445" y="2194204"/>
                  </a:lnTo>
                  <a:lnTo>
                    <a:pt x="376529" y="2162010"/>
                  </a:lnTo>
                  <a:lnTo>
                    <a:pt x="335114" y="2138159"/>
                  </a:lnTo>
                  <a:lnTo>
                    <a:pt x="309333" y="2129637"/>
                  </a:lnTo>
                  <a:lnTo>
                    <a:pt x="309333" y="2406104"/>
                  </a:lnTo>
                  <a:lnTo>
                    <a:pt x="309333" y="2435428"/>
                  </a:lnTo>
                  <a:lnTo>
                    <a:pt x="305015" y="2456777"/>
                  </a:lnTo>
                  <a:lnTo>
                    <a:pt x="293255" y="2474214"/>
                  </a:lnTo>
                  <a:lnTo>
                    <a:pt x="275805" y="2485987"/>
                  </a:lnTo>
                  <a:lnTo>
                    <a:pt x="254469" y="2490305"/>
                  </a:lnTo>
                  <a:lnTo>
                    <a:pt x="251625" y="2490305"/>
                  </a:lnTo>
                  <a:lnTo>
                    <a:pt x="251625" y="2514892"/>
                  </a:lnTo>
                  <a:lnTo>
                    <a:pt x="245948" y="2519629"/>
                  </a:lnTo>
                  <a:lnTo>
                    <a:pt x="234594" y="2519629"/>
                  </a:lnTo>
                  <a:lnTo>
                    <a:pt x="228930" y="2513952"/>
                  </a:lnTo>
                  <a:lnTo>
                    <a:pt x="228930" y="2490305"/>
                  </a:lnTo>
                  <a:lnTo>
                    <a:pt x="221361" y="2490305"/>
                  </a:lnTo>
                  <a:lnTo>
                    <a:pt x="200012" y="2485987"/>
                  </a:lnTo>
                  <a:lnTo>
                    <a:pt x="182575" y="2474214"/>
                  </a:lnTo>
                  <a:lnTo>
                    <a:pt x="170802" y="2456777"/>
                  </a:lnTo>
                  <a:lnTo>
                    <a:pt x="166484" y="2435428"/>
                  </a:lnTo>
                  <a:lnTo>
                    <a:pt x="166484" y="2415565"/>
                  </a:lnTo>
                  <a:lnTo>
                    <a:pt x="172161" y="2410841"/>
                  </a:lnTo>
                  <a:lnTo>
                    <a:pt x="183515" y="2410841"/>
                  </a:lnTo>
                  <a:lnTo>
                    <a:pt x="189191" y="2416518"/>
                  </a:lnTo>
                  <a:lnTo>
                    <a:pt x="189191" y="2435428"/>
                  </a:lnTo>
                  <a:lnTo>
                    <a:pt x="191681" y="2447493"/>
                  </a:lnTo>
                  <a:lnTo>
                    <a:pt x="198412" y="2457424"/>
                  </a:lnTo>
                  <a:lnTo>
                    <a:pt x="208343" y="2464168"/>
                  </a:lnTo>
                  <a:lnTo>
                    <a:pt x="220408" y="2466644"/>
                  </a:lnTo>
                  <a:lnTo>
                    <a:pt x="227977" y="2466644"/>
                  </a:lnTo>
                  <a:lnTo>
                    <a:pt x="227977" y="2410841"/>
                  </a:lnTo>
                  <a:lnTo>
                    <a:pt x="227977" y="2367318"/>
                  </a:lnTo>
                  <a:lnTo>
                    <a:pt x="181902" y="2345944"/>
                  </a:lnTo>
                  <a:lnTo>
                    <a:pt x="165544" y="2310561"/>
                  </a:lnTo>
                  <a:lnTo>
                    <a:pt x="165544" y="2282190"/>
                  </a:lnTo>
                  <a:lnTo>
                    <a:pt x="169862" y="2260841"/>
                  </a:lnTo>
                  <a:lnTo>
                    <a:pt x="181622" y="2243404"/>
                  </a:lnTo>
                  <a:lnTo>
                    <a:pt x="199072" y="2231631"/>
                  </a:lnTo>
                  <a:lnTo>
                    <a:pt x="220408" y="2227313"/>
                  </a:lnTo>
                  <a:lnTo>
                    <a:pt x="227977" y="2227313"/>
                  </a:lnTo>
                  <a:lnTo>
                    <a:pt x="227977" y="2203666"/>
                  </a:lnTo>
                  <a:lnTo>
                    <a:pt x="233654" y="2198941"/>
                  </a:lnTo>
                  <a:lnTo>
                    <a:pt x="245008" y="2198941"/>
                  </a:lnTo>
                  <a:lnTo>
                    <a:pt x="250685" y="2204618"/>
                  </a:lnTo>
                  <a:lnTo>
                    <a:pt x="250685" y="2227313"/>
                  </a:lnTo>
                  <a:lnTo>
                    <a:pt x="254469" y="2227313"/>
                  </a:lnTo>
                  <a:lnTo>
                    <a:pt x="275793" y="2231631"/>
                  </a:lnTo>
                  <a:lnTo>
                    <a:pt x="293128" y="2243404"/>
                  </a:lnTo>
                  <a:lnTo>
                    <a:pt x="304622" y="2260841"/>
                  </a:lnTo>
                  <a:lnTo>
                    <a:pt x="308381" y="2282190"/>
                  </a:lnTo>
                  <a:lnTo>
                    <a:pt x="308381" y="2302052"/>
                  </a:lnTo>
                  <a:lnTo>
                    <a:pt x="302717" y="2306777"/>
                  </a:lnTo>
                  <a:lnTo>
                    <a:pt x="291363" y="2306777"/>
                  </a:lnTo>
                  <a:lnTo>
                    <a:pt x="285686" y="2301100"/>
                  </a:lnTo>
                  <a:lnTo>
                    <a:pt x="285686" y="2282190"/>
                  </a:lnTo>
                  <a:lnTo>
                    <a:pt x="283349" y="2270125"/>
                  </a:lnTo>
                  <a:lnTo>
                    <a:pt x="276936" y="2260193"/>
                  </a:lnTo>
                  <a:lnTo>
                    <a:pt x="267322" y="2253450"/>
                  </a:lnTo>
                  <a:lnTo>
                    <a:pt x="255409" y="2250960"/>
                  </a:lnTo>
                  <a:lnTo>
                    <a:pt x="252577" y="2250960"/>
                  </a:lnTo>
                  <a:lnTo>
                    <a:pt x="252577" y="2351240"/>
                  </a:lnTo>
                  <a:lnTo>
                    <a:pt x="279057" y="2361641"/>
                  </a:lnTo>
                  <a:lnTo>
                    <a:pt x="292569" y="2370328"/>
                  </a:lnTo>
                  <a:lnTo>
                    <a:pt x="302006" y="2381389"/>
                  </a:lnTo>
                  <a:lnTo>
                    <a:pt x="307530" y="2393708"/>
                  </a:lnTo>
                  <a:lnTo>
                    <a:pt x="309333" y="2406104"/>
                  </a:lnTo>
                  <a:lnTo>
                    <a:pt x="309333" y="2129637"/>
                  </a:lnTo>
                  <a:lnTo>
                    <a:pt x="289788" y="2123173"/>
                  </a:lnTo>
                  <a:lnTo>
                    <a:pt x="242163" y="2117585"/>
                  </a:lnTo>
                  <a:lnTo>
                    <a:pt x="239331" y="2115693"/>
                  </a:lnTo>
                  <a:lnTo>
                    <a:pt x="233654" y="2115693"/>
                  </a:lnTo>
                  <a:lnTo>
                    <a:pt x="186372" y="2121116"/>
                  </a:lnTo>
                  <a:lnTo>
                    <a:pt x="142341" y="2135365"/>
                  </a:lnTo>
                  <a:lnTo>
                    <a:pt x="102527" y="2157476"/>
                  </a:lnTo>
                  <a:lnTo>
                    <a:pt x="67868" y="2186521"/>
                  </a:lnTo>
                  <a:lnTo>
                    <a:pt x="39344" y="2221547"/>
                  </a:lnTo>
                  <a:lnTo>
                    <a:pt x="17881" y="2261628"/>
                  </a:lnTo>
                  <a:lnTo>
                    <a:pt x="4445" y="2305799"/>
                  </a:lnTo>
                  <a:lnTo>
                    <a:pt x="4356" y="2306777"/>
                  </a:lnTo>
                  <a:lnTo>
                    <a:pt x="0" y="2353132"/>
                  </a:lnTo>
                  <a:lnTo>
                    <a:pt x="101" y="2354072"/>
                  </a:lnTo>
                  <a:lnTo>
                    <a:pt x="5207" y="2402573"/>
                  </a:lnTo>
                  <a:lnTo>
                    <a:pt x="20332" y="2449271"/>
                  </a:lnTo>
                  <a:lnTo>
                    <a:pt x="44691" y="2491879"/>
                  </a:lnTo>
                  <a:lnTo>
                    <a:pt x="77571" y="2529078"/>
                  </a:lnTo>
                  <a:lnTo>
                    <a:pt x="79463" y="2530030"/>
                  </a:lnTo>
                  <a:lnTo>
                    <a:pt x="81356" y="2532862"/>
                  </a:lnTo>
                  <a:lnTo>
                    <a:pt x="109143" y="2561907"/>
                  </a:lnTo>
                  <a:lnTo>
                    <a:pt x="141655" y="2627211"/>
                  </a:lnTo>
                  <a:lnTo>
                    <a:pt x="148513" y="2663418"/>
                  </a:lnTo>
                  <a:lnTo>
                    <a:pt x="149466" y="2667203"/>
                  </a:lnTo>
                  <a:lnTo>
                    <a:pt x="152298" y="2670975"/>
                  </a:lnTo>
                  <a:lnTo>
                    <a:pt x="156083" y="2672867"/>
                  </a:lnTo>
                  <a:lnTo>
                    <a:pt x="305549" y="2731528"/>
                  </a:lnTo>
                  <a:lnTo>
                    <a:pt x="306489" y="2732468"/>
                  </a:lnTo>
                  <a:lnTo>
                    <a:pt x="313118" y="2733421"/>
                  </a:lnTo>
                  <a:lnTo>
                    <a:pt x="315950" y="2730576"/>
                  </a:lnTo>
                  <a:lnTo>
                    <a:pt x="318795" y="2728684"/>
                  </a:lnTo>
                  <a:lnTo>
                    <a:pt x="321627" y="2724899"/>
                  </a:lnTo>
                  <a:lnTo>
                    <a:pt x="321627" y="2721114"/>
                  </a:lnTo>
                  <a:lnTo>
                    <a:pt x="325412" y="2662466"/>
                  </a:lnTo>
                  <a:lnTo>
                    <a:pt x="345516" y="2592578"/>
                  </a:lnTo>
                  <a:lnTo>
                    <a:pt x="389737" y="2534755"/>
                  </a:lnTo>
                  <a:lnTo>
                    <a:pt x="397306" y="2529078"/>
                  </a:lnTo>
                  <a:lnTo>
                    <a:pt x="405714" y="2519629"/>
                  </a:lnTo>
                  <a:lnTo>
                    <a:pt x="429272" y="2493124"/>
                  </a:lnTo>
                  <a:lnTo>
                    <a:pt x="452755" y="2452814"/>
                  </a:lnTo>
                  <a:lnTo>
                    <a:pt x="467702" y="2409494"/>
                  </a:lnTo>
                  <a:lnTo>
                    <a:pt x="474052" y="2364486"/>
                  </a:lnTo>
                  <a:close/>
                </a:path>
                <a:path w="3728084" h="2733675">
                  <a:moveTo>
                    <a:pt x="587451" y="2212187"/>
                  </a:moveTo>
                  <a:lnTo>
                    <a:pt x="585558" y="2206510"/>
                  </a:lnTo>
                  <a:lnTo>
                    <a:pt x="582726" y="2200833"/>
                  </a:lnTo>
                  <a:lnTo>
                    <a:pt x="576097" y="2197989"/>
                  </a:lnTo>
                  <a:lnTo>
                    <a:pt x="570420" y="2199881"/>
                  </a:lnTo>
                  <a:lnTo>
                    <a:pt x="474878" y="2237727"/>
                  </a:lnTo>
                  <a:lnTo>
                    <a:pt x="469201" y="2240559"/>
                  </a:lnTo>
                  <a:lnTo>
                    <a:pt x="465416" y="2247188"/>
                  </a:lnTo>
                  <a:lnTo>
                    <a:pt x="468261" y="2252853"/>
                  </a:lnTo>
                  <a:lnTo>
                    <a:pt x="470154" y="2257590"/>
                  </a:lnTo>
                  <a:lnTo>
                    <a:pt x="473938" y="2260422"/>
                  </a:lnTo>
                  <a:lnTo>
                    <a:pt x="482447" y="2260422"/>
                  </a:lnTo>
                  <a:lnTo>
                    <a:pt x="484339" y="2259482"/>
                  </a:lnTo>
                  <a:lnTo>
                    <a:pt x="584606" y="2219744"/>
                  </a:lnTo>
                  <a:lnTo>
                    <a:pt x="587451" y="2212187"/>
                  </a:lnTo>
                  <a:close/>
                </a:path>
                <a:path w="3728084" h="2733675">
                  <a:moveTo>
                    <a:pt x="3728047" y="204927"/>
                  </a:moveTo>
                  <a:lnTo>
                    <a:pt x="3523107" y="0"/>
                  </a:lnTo>
                  <a:lnTo>
                    <a:pt x="3454692" y="68402"/>
                  </a:lnTo>
                  <a:lnTo>
                    <a:pt x="3621900" y="235597"/>
                  </a:lnTo>
                  <a:lnTo>
                    <a:pt x="3630053" y="242303"/>
                  </a:lnTo>
                  <a:lnTo>
                    <a:pt x="3639223" y="247205"/>
                  </a:lnTo>
                  <a:lnTo>
                    <a:pt x="3649154" y="250215"/>
                  </a:lnTo>
                  <a:lnTo>
                    <a:pt x="3659632" y="251244"/>
                  </a:lnTo>
                  <a:lnTo>
                    <a:pt x="3670135" y="250215"/>
                  </a:lnTo>
                  <a:lnTo>
                    <a:pt x="3680079" y="247205"/>
                  </a:lnTo>
                  <a:lnTo>
                    <a:pt x="3689235" y="242303"/>
                  </a:lnTo>
                  <a:lnTo>
                    <a:pt x="3697376" y="235597"/>
                  </a:lnTo>
                  <a:lnTo>
                    <a:pt x="3728047" y="204927"/>
                  </a:lnTo>
                  <a:close/>
                </a:path>
              </a:pathLst>
            </a:custGeom>
            <a:solidFill>
              <a:srgbClr val="1B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658454" y="6865055"/>
              <a:ext cx="313298" cy="30872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414813" y="6526085"/>
              <a:ext cx="1628139" cy="2509520"/>
            </a:xfrm>
            <a:custGeom>
              <a:avLst/>
              <a:gdLst/>
              <a:ahLst/>
              <a:cxnLst/>
              <a:rect l="l" t="t" r="r" b="b"/>
              <a:pathLst>
                <a:path w="1628140" h="2509520">
                  <a:moveTo>
                    <a:pt x="237185" y="1758937"/>
                  </a:moveTo>
                  <a:lnTo>
                    <a:pt x="231279" y="1754022"/>
                  </a:lnTo>
                  <a:lnTo>
                    <a:pt x="219468" y="1754022"/>
                  </a:lnTo>
                  <a:lnTo>
                    <a:pt x="213563" y="1759927"/>
                  </a:lnTo>
                  <a:lnTo>
                    <a:pt x="213563" y="1858340"/>
                  </a:lnTo>
                  <a:lnTo>
                    <a:pt x="212585" y="1865236"/>
                  </a:lnTo>
                  <a:lnTo>
                    <a:pt x="218490" y="1870151"/>
                  </a:lnTo>
                  <a:lnTo>
                    <a:pt x="225374" y="1870151"/>
                  </a:lnTo>
                  <a:lnTo>
                    <a:pt x="232270" y="1870151"/>
                  </a:lnTo>
                  <a:lnTo>
                    <a:pt x="237185" y="1864245"/>
                  </a:lnTo>
                  <a:lnTo>
                    <a:pt x="237185" y="1758937"/>
                  </a:lnTo>
                  <a:close/>
                </a:path>
                <a:path w="1628140" h="2509520">
                  <a:moveTo>
                    <a:pt x="304114" y="1692008"/>
                  </a:moveTo>
                  <a:lnTo>
                    <a:pt x="298208" y="1687093"/>
                  </a:lnTo>
                  <a:lnTo>
                    <a:pt x="286397" y="1687093"/>
                  </a:lnTo>
                  <a:lnTo>
                    <a:pt x="280492" y="1692998"/>
                  </a:lnTo>
                  <a:lnTo>
                    <a:pt x="280492" y="1812086"/>
                  </a:lnTo>
                  <a:lnTo>
                    <a:pt x="279514" y="1818970"/>
                  </a:lnTo>
                  <a:lnTo>
                    <a:pt x="285419" y="1823897"/>
                  </a:lnTo>
                  <a:lnTo>
                    <a:pt x="292303" y="1823897"/>
                  </a:lnTo>
                  <a:lnTo>
                    <a:pt x="299199" y="1823897"/>
                  </a:lnTo>
                  <a:lnTo>
                    <a:pt x="304114" y="1817992"/>
                  </a:lnTo>
                  <a:lnTo>
                    <a:pt x="304114" y="1692008"/>
                  </a:lnTo>
                  <a:close/>
                </a:path>
                <a:path w="1628140" h="2509520">
                  <a:moveTo>
                    <a:pt x="372021" y="1747126"/>
                  </a:moveTo>
                  <a:lnTo>
                    <a:pt x="366115" y="1742211"/>
                  </a:lnTo>
                  <a:lnTo>
                    <a:pt x="354304" y="1742211"/>
                  </a:lnTo>
                  <a:lnTo>
                    <a:pt x="348399" y="1748116"/>
                  </a:lnTo>
                  <a:lnTo>
                    <a:pt x="348399" y="1818970"/>
                  </a:lnTo>
                  <a:lnTo>
                    <a:pt x="353326" y="1823897"/>
                  </a:lnTo>
                  <a:lnTo>
                    <a:pt x="360210" y="1823897"/>
                  </a:lnTo>
                  <a:lnTo>
                    <a:pt x="367106" y="1823897"/>
                  </a:lnTo>
                  <a:lnTo>
                    <a:pt x="372021" y="1817992"/>
                  </a:lnTo>
                  <a:lnTo>
                    <a:pt x="372021" y="1747126"/>
                  </a:lnTo>
                  <a:close/>
                </a:path>
                <a:path w="1628140" h="2509520">
                  <a:moveTo>
                    <a:pt x="474383" y="1677250"/>
                  </a:moveTo>
                  <a:lnTo>
                    <a:pt x="468477" y="1672336"/>
                  </a:lnTo>
                  <a:lnTo>
                    <a:pt x="456666" y="1672336"/>
                  </a:lnTo>
                  <a:lnTo>
                    <a:pt x="450761" y="1678241"/>
                  </a:lnTo>
                  <a:lnTo>
                    <a:pt x="450761" y="1840623"/>
                  </a:lnTo>
                  <a:lnTo>
                    <a:pt x="455676" y="1845551"/>
                  </a:lnTo>
                  <a:lnTo>
                    <a:pt x="462572" y="1845551"/>
                  </a:lnTo>
                  <a:lnTo>
                    <a:pt x="469455" y="1845551"/>
                  </a:lnTo>
                  <a:lnTo>
                    <a:pt x="474383" y="1839645"/>
                  </a:lnTo>
                  <a:lnTo>
                    <a:pt x="474383" y="1677250"/>
                  </a:lnTo>
                  <a:close/>
                </a:path>
                <a:path w="1628140" h="2509520">
                  <a:moveTo>
                    <a:pt x="497014" y="1994166"/>
                  </a:moveTo>
                  <a:lnTo>
                    <a:pt x="492747" y="1967585"/>
                  </a:lnTo>
                  <a:lnTo>
                    <a:pt x="489508" y="1947443"/>
                  </a:lnTo>
                  <a:lnTo>
                    <a:pt x="468579" y="1906905"/>
                  </a:lnTo>
                  <a:lnTo>
                    <a:pt x="448551" y="1886889"/>
                  </a:lnTo>
                  <a:lnTo>
                    <a:pt x="436638" y="1874977"/>
                  </a:lnTo>
                  <a:lnTo>
                    <a:pt x="398602" y="1855343"/>
                  </a:lnTo>
                  <a:lnTo>
                    <a:pt x="398602" y="2037461"/>
                  </a:lnTo>
                  <a:lnTo>
                    <a:pt x="395490" y="2052764"/>
                  </a:lnTo>
                  <a:lnTo>
                    <a:pt x="387032" y="2065388"/>
                  </a:lnTo>
                  <a:lnTo>
                    <a:pt x="374510" y="2074138"/>
                  </a:lnTo>
                  <a:lnTo>
                    <a:pt x="359232" y="2077821"/>
                  </a:lnTo>
                  <a:lnTo>
                    <a:pt x="359232" y="2094547"/>
                  </a:lnTo>
                  <a:lnTo>
                    <a:pt x="353326" y="2099475"/>
                  </a:lnTo>
                  <a:lnTo>
                    <a:pt x="341515" y="2099475"/>
                  </a:lnTo>
                  <a:lnTo>
                    <a:pt x="335610" y="2093569"/>
                  </a:lnTo>
                  <a:lnTo>
                    <a:pt x="335610" y="2077821"/>
                  </a:lnTo>
                  <a:lnTo>
                    <a:pt x="320319" y="2074138"/>
                  </a:lnTo>
                  <a:lnTo>
                    <a:pt x="307809" y="2065388"/>
                  </a:lnTo>
                  <a:lnTo>
                    <a:pt x="299351" y="2052764"/>
                  </a:lnTo>
                  <a:lnTo>
                    <a:pt x="296240" y="2037461"/>
                  </a:lnTo>
                  <a:lnTo>
                    <a:pt x="297230" y="2029587"/>
                  </a:lnTo>
                  <a:lnTo>
                    <a:pt x="297230" y="2022703"/>
                  </a:lnTo>
                  <a:lnTo>
                    <a:pt x="303136" y="2017776"/>
                  </a:lnTo>
                  <a:lnTo>
                    <a:pt x="314947" y="2017776"/>
                  </a:lnTo>
                  <a:lnTo>
                    <a:pt x="320840" y="2023681"/>
                  </a:lnTo>
                  <a:lnTo>
                    <a:pt x="320840" y="2047303"/>
                  </a:lnTo>
                  <a:lnTo>
                    <a:pt x="327736" y="2054199"/>
                  </a:lnTo>
                  <a:lnTo>
                    <a:pt x="368084" y="2054199"/>
                  </a:lnTo>
                  <a:lnTo>
                    <a:pt x="374980" y="2047303"/>
                  </a:lnTo>
                  <a:lnTo>
                    <a:pt x="374980" y="2017776"/>
                  </a:lnTo>
                  <a:lnTo>
                    <a:pt x="374980" y="2016798"/>
                  </a:lnTo>
                  <a:lnTo>
                    <a:pt x="373989" y="2011870"/>
                  </a:lnTo>
                  <a:lnTo>
                    <a:pt x="367106" y="2008924"/>
                  </a:lnTo>
                  <a:lnTo>
                    <a:pt x="319862" y="2001050"/>
                  </a:lnTo>
                  <a:lnTo>
                    <a:pt x="309791" y="1995817"/>
                  </a:lnTo>
                  <a:lnTo>
                    <a:pt x="302018" y="1988007"/>
                  </a:lnTo>
                  <a:lnTo>
                    <a:pt x="297027" y="1978355"/>
                  </a:lnTo>
                  <a:lnTo>
                    <a:pt x="295262" y="1967585"/>
                  </a:lnTo>
                  <a:lnTo>
                    <a:pt x="295351" y="1947443"/>
                  </a:lnTo>
                  <a:lnTo>
                    <a:pt x="319341" y="1911223"/>
                  </a:lnTo>
                  <a:lnTo>
                    <a:pt x="334619" y="1907552"/>
                  </a:lnTo>
                  <a:lnTo>
                    <a:pt x="334619" y="1891804"/>
                  </a:lnTo>
                  <a:lnTo>
                    <a:pt x="340525" y="1886889"/>
                  </a:lnTo>
                  <a:lnTo>
                    <a:pt x="352336" y="1886889"/>
                  </a:lnTo>
                  <a:lnTo>
                    <a:pt x="358241" y="1892795"/>
                  </a:lnTo>
                  <a:lnTo>
                    <a:pt x="358241" y="1906562"/>
                  </a:lnTo>
                  <a:lnTo>
                    <a:pt x="373532" y="1910245"/>
                  </a:lnTo>
                  <a:lnTo>
                    <a:pt x="386054" y="1918995"/>
                  </a:lnTo>
                  <a:lnTo>
                    <a:pt x="394512" y="1931619"/>
                  </a:lnTo>
                  <a:lnTo>
                    <a:pt x="397611" y="1946922"/>
                  </a:lnTo>
                  <a:lnTo>
                    <a:pt x="397611" y="1962670"/>
                  </a:lnTo>
                  <a:lnTo>
                    <a:pt x="391706" y="1967585"/>
                  </a:lnTo>
                  <a:lnTo>
                    <a:pt x="379895" y="1967585"/>
                  </a:lnTo>
                  <a:lnTo>
                    <a:pt x="373989" y="1961680"/>
                  </a:lnTo>
                  <a:lnTo>
                    <a:pt x="373989" y="1938058"/>
                  </a:lnTo>
                  <a:lnTo>
                    <a:pt x="367106" y="1931174"/>
                  </a:lnTo>
                  <a:lnTo>
                    <a:pt x="358241" y="1930184"/>
                  </a:lnTo>
                  <a:lnTo>
                    <a:pt x="326745" y="1930184"/>
                  </a:lnTo>
                  <a:lnTo>
                    <a:pt x="319862" y="1937080"/>
                  </a:lnTo>
                  <a:lnTo>
                    <a:pt x="319862" y="1969554"/>
                  </a:lnTo>
                  <a:lnTo>
                    <a:pt x="322808" y="1973491"/>
                  </a:lnTo>
                  <a:lnTo>
                    <a:pt x="326745" y="1975459"/>
                  </a:lnTo>
                  <a:lnTo>
                    <a:pt x="374980" y="1984324"/>
                  </a:lnTo>
                  <a:lnTo>
                    <a:pt x="385038" y="1989569"/>
                  </a:lnTo>
                  <a:lnTo>
                    <a:pt x="392696" y="1997481"/>
                  </a:lnTo>
                  <a:lnTo>
                    <a:pt x="397395" y="2007438"/>
                  </a:lnTo>
                  <a:lnTo>
                    <a:pt x="398487" y="2017776"/>
                  </a:lnTo>
                  <a:lnTo>
                    <a:pt x="398602" y="2037461"/>
                  </a:lnTo>
                  <a:lnTo>
                    <a:pt x="398602" y="1855343"/>
                  </a:lnTo>
                  <a:lnTo>
                    <a:pt x="396113" y="1854047"/>
                  </a:lnTo>
                  <a:lnTo>
                    <a:pt x="349389" y="1846529"/>
                  </a:lnTo>
                  <a:lnTo>
                    <a:pt x="302666" y="1854047"/>
                  </a:lnTo>
                  <a:lnTo>
                    <a:pt x="262128" y="1874977"/>
                  </a:lnTo>
                  <a:lnTo>
                    <a:pt x="230200" y="1906905"/>
                  </a:lnTo>
                  <a:lnTo>
                    <a:pt x="209270" y="1947443"/>
                  </a:lnTo>
                  <a:lnTo>
                    <a:pt x="201764" y="1994166"/>
                  </a:lnTo>
                  <a:lnTo>
                    <a:pt x="209270" y="2040877"/>
                  </a:lnTo>
                  <a:lnTo>
                    <a:pt x="230200" y="2081415"/>
                  </a:lnTo>
                  <a:lnTo>
                    <a:pt x="262128" y="2113356"/>
                  </a:lnTo>
                  <a:lnTo>
                    <a:pt x="302666" y="2134273"/>
                  </a:lnTo>
                  <a:lnTo>
                    <a:pt x="349389" y="2141791"/>
                  </a:lnTo>
                  <a:lnTo>
                    <a:pt x="396113" y="2134273"/>
                  </a:lnTo>
                  <a:lnTo>
                    <a:pt x="436638" y="2113356"/>
                  </a:lnTo>
                  <a:lnTo>
                    <a:pt x="450519" y="2099475"/>
                  </a:lnTo>
                  <a:lnTo>
                    <a:pt x="468579" y="2081415"/>
                  </a:lnTo>
                  <a:lnTo>
                    <a:pt x="489508" y="2040877"/>
                  </a:lnTo>
                  <a:lnTo>
                    <a:pt x="497014" y="1994166"/>
                  </a:lnTo>
                  <a:close/>
                </a:path>
                <a:path w="1628140" h="2509520">
                  <a:moveTo>
                    <a:pt x="745032" y="2421305"/>
                  </a:moveTo>
                  <a:lnTo>
                    <a:pt x="739127" y="2415400"/>
                  </a:lnTo>
                  <a:lnTo>
                    <a:pt x="732243" y="2415400"/>
                  </a:lnTo>
                  <a:lnTo>
                    <a:pt x="725347" y="2416378"/>
                  </a:lnTo>
                  <a:lnTo>
                    <a:pt x="719442" y="2421305"/>
                  </a:lnTo>
                  <a:lnTo>
                    <a:pt x="719442" y="2428189"/>
                  </a:lnTo>
                  <a:lnTo>
                    <a:pt x="719442" y="2435085"/>
                  </a:lnTo>
                  <a:lnTo>
                    <a:pt x="725347" y="2440978"/>
                  </a:lnTo>
                  <a:lnTo>
                    <a:pt x="739127" y="2440978"/>
                  </a:lnTo>
                  <a:lnTo>
                    <a:pt x="745032" y="2435085"/>
                  </a:lnTo>
                  <a:lnTo>
                    <a:pt x="745032" y="2421305"/>
                  </a:lnTo>
                  <a:close/>
                </a:path>
                <a:path w="1628140" h="2509520">
                  <a:moveTo>
                    <a:pt x="841489" y="2491181"/>
                  </a:moveTo>
                  <a:lnTo>
                    <a:pt x="837552" y="2485275"/>
                  </a:lnTo>
                  <a:lnTo>
                    <a:pt x="676135" y="2485275"/>
                  </a:lnTo>
                  <a:lnTo>
                    <a:pt x="676135" y="2388819"/>
                  </a:lnTo>
                  <a:lnTo>
                    <a:pt x="676135" y="2237257"/>
                  </a:lnTo>
                  <a:lnTo>
                    <a:pt x="676135" y="2213635"/>
                  </a:lnTo>
                  <a:lnTo>
                    <a:pt x="812939" y="2213635"/>
                  </a:lnTo>
                  <a:lnTo>
                    <a:pt x="817867" y="2207730"/>
                  </a:lnTo>
                  <a:lnTo>
                    <a:pt x="817867" y="2195919"/>
                  </a:lnTo>
                  <a:lnTo>
                    <a:pt x="811961" y="2190013"/>
                  </a:lnTo>
                  <a:lnTo>
                    <a:pt x="676135" y="2190013"/>
                  </a:lnTo>
                  <a:lnTo>
                    <a:pt x="676135" y="2143760"/>
                  </a:lnTo>
                  <a:lnTo>
                    <a:pt x="670229" y="2138832"/>
                  </a:lnTo>
                  <a:lnTo>
                    <a:pt x="658418" y="2138832"/>
                  </a:lnTo>
                  <a:lnTo>
                    <a:pt x="652513" y="2144738"/>
                  </a:lnTo>
                  <a:lnTo>
                    <a:pt x="652513" y="2190013"/>
                  </a:lnTo>
                  <a:lnTo>
                    <a:pt x="574763" y="2190013"/>
                  </a:lnTo>
                  <a:lnTo>
                    <a:pt x="569849" y="2194941"/>
                  </a:lnTo>
                  <a:lnTo>
                    <a:pt x="569849" y="2237257"/>
                  </a:lnTo>
                  <a:lnTo>
                    <a:pt x="569849" y="2388819"/>
                  </a:lnTo>
                  <a:lnTo>
                    <a:pt x="465518" y="2388819"/>
                  </a:lnTo>
                  <a:lnTo>
                    <a:pt x="193890" y="2288438"/>
                  </a:lnTo>
                  <a:lnTo>
                    <a:pt x="31496" y="2176234"/>
                  </a:lnTo>
                  <a:lnTo>
                    <a:pt x="35433" y="2172297"/>
                  </a:lnTo>
                  <a:lnTo>
                    <a:pt x="49872" y="2163762"/>
                  </a:lnTo>
                  <a:lnTo>
                    <a:pt x="66802" y="2162340"/>
                  </a:lnTo>
                  <a:lnTo>
                    <a:pt x="84289" y="2166620"/>
                  </a:lnTo>
                  <a:lnTo>
                    <a:pt x="100393" y="2175256"/>
                  </a:lnTo>
                  <a:lnTo>
                    <a:pt x="205701" y="2236266"/>
                  </a:lnTo>
                  <a:lnTo>
                    <a:pt x="247027" y="2260879"/>
                  </a:lnTo>
                  <a:lnTo>
                    <a:pt x="250964" y="2262848"/>
                  </a:lnTo>
                  <a:lnTo>
                    <a:pt x="435991" y="2262848"/>
                  </a:lnTo>
                  <a:lnTo>
                    <a:pt x="440918" y="2256942"/>
                  </a:lnTo>
                  <a:lnTo>
                    <a:pt x="440918" y="2244140"/>
                  </a:lnTo>
                  <a:lnTo>
                    <a:pt x="435013" y="2239226"/>
                  </a:lnTo>
                  <a:lnTo>
                    <a:pt x="316903" y="2239226"/>
                  </a:lnTo>
                  <a:lnTo>
                    <a:pt x="314464" y="2238235"/>
                  </a:lnTo>
                  <a:lnTo>
                    <a:pt x="303911" y="2233993"/>
                  </a:lnTo>
                  <a:lnTo>
                    <a:pt x="293408" y="2223973"/>
                  </a:lnTo>
                  <a:lnTo>
                    <a:pt x="286042" y="2210993"/>
                  </a:lnTo>
                  <a:lnTo>
                    <a:pt x="282460" y="2196909"/>
                  </a:lnTo>
                  <a:lnTo>
                    <a:pt x="461581" y="2196909"/>
                  </a:lnTo>
                  <a:lnTo>
                    <a:pt x="533425" y="2259888"/>
                  </a:lnTo>
                  <a:lnTo>
                    <a:pt x="535393" y="2261857"/>
                  </a:lnTo>
                  <a:lnTo>
                    <a:pt x="538353" y="2262848"/>
                  </a:lnTo>
                  <a:lnTo>
                    <a:pt x="568858" y="2262848"/>
                  </a:lnTo>
                  <a:lnTo>
                    <a:pt x="569849" y="2388819"/>
                  </a:lnTo>
                  <a:lnTo>
                    <a:pt x="569849" y="2237257"/>
                  </a:lnTo>
                  <a:lnTo>
                    <a:pt x="547204" y="2237257"/>
                  </a:lnTo>
                  <a:lnTo>
                    <a:pt x="501180" y="2196909"/>
                  </a:lnTo>
                  <a:lnTo>
                    <a:pt x="475361" y="2174265"/>
                  </a:lnTo>
                  <a:lnTo>
                    <a:pt x="473392" y="2172297"/>
                  </a:lnTo>
                  <a:lnTo>
                    <a:pt x="470446" y="2171319"/>
                  </a:lnTo>
                  <a:lnTo>
                    <a:pt x="265734" y="2171319"/>
                  </a:lnTo>
                  <a:lnTo>
                    <a:pt x="259829" y="2176234"/>
                  </a:lnTo>
                  <a:lnTo>
                    <a:pt x="259829" y="2183130"/>
                  </a:lnTo>
                  <a:lnTo>
                    <a:pt x="258838" y="2190013"/>
                  </a:lnTo>
                  <a:lnTo>
                    <a:pt x="259918" y="2203081"/>
                  </a:lnTo>
                  <a:lnTo>
                    <a:pt x="263029" y="2215604"/>
                  </a:lnTo>
                  <a:lnTo>
                    <a:pt x="267982" y="2227389"/>
                  </a:lnTo>
                  <a:lnTo>
                    <a:pt x="274586" y="2238235"/>
                  </a:lnTo>
                  <a:lnTo>
                    <a:pt x="260807" y="2238235"/>
                  </a:lnTo>
                  <a:lnTo>
                    <a:pt x="245516" y="2214626"/>
                  </a:lnTo>
                  <a:lnTo>
                    <a:pt x="215531" y="2168347"/>
                  </a:lnTo>
                  <a:lnTo>
                    <a:pt x="215531" y="2214626"/>
                  </a:lnTo>
                  <a:lnTo>
                    <a:pt x="144678" y="2173287"/>
                  </a:lnTo>
                  <a:lnTo>
                    <a:pt x="138315" y="2162340"/>
                  </a:lnTo>
                  <a:lnTo>
                    <a:pt x="130962" y="2149665"/>
                  </a:lnTo>
                  <a:lnTo>
                    <a:pt x="126961" y="2142769"/>
                  </a:lnTo>
                  <a:lnTo>
                    <a:pt x="132867" y="2140801"/>
                  </a:lnTo>
                  <a:lnTo>
                    <a:pt x="149237" y="2139924"/>
                  </a:lnTo>
                  <a:lnTo>
                    <a:pt x="164973" y="2146338"/>
                  </a:lnTo>
                  <a:lnTo>
                    <a:pt x="178676" y="2158111"/>
                  </a:lnTo>
                  <a:lnTo>
                    <a:pt x="188963" y="2173287"/>
                  </a:lnTo>
                  <a:lnTo>
                    <a:pt x="215531" y="2214626"/>
                  </a:lnTo>
                  <a:lnTo>
                    <a:pt x="215531" y="2168347"/>
                  </a:lnTo>
                  <a:lnTo>
                    <a:pt x="204711" y="2151634"/>
                  </a:lnTo>
                  <a:lnTo>
                    <a:pt x="194297" y="2139924"/>
                  </a:lnTo>
                  <a:lnTo>
                    <a:pt x="189230" y="2134222"/>
                  </a:lnTo>
                  <a:lnTo>
                    <a:pt x="170141" y="2121611"/>
                  </a:lnTo>
                  <a:lnTo>
                    <a:pt x="148653" y="2115642"/>
                  </a:lnTo>
                  <a:lnTo>
                    <a:pt x="125971" y="2118169"/>
                  </a:lnTo>
                  <a:lnTo>
                    <a:pt x="106286" y="2125053"/>
                  </a:lnTo>
                  <a:lnTo>
                    <a:pt x="100393" y="2128012"/>
                  </a:lnTo>
                  <a:lnTo>
                    <a:pt x="96456" y="2134895"/>
                  </a:lnTo>
                  <a:lnTo>
                    <a:pt x="99402" y="2140801"/>
                  </a:lnTo>
                  <a:lnTo>
                    <a:pt x="104317" y="2149665"/>
                  </a:lnTo>
                  <a:lnTo>
                    <a:pt x="82499" y="2141169"/>
                  </a:lnTo>
                  <a:lnTo>
                    <a:pt x="37757" y="2143023"/>
                  </a:lnTo>
                  <a:lnTo>
                    <a:pt x="3937" y="2171319"/>
                  </a:lnTo>
                  <a:lnTo>
                    <a:pt x="0" y="2177224"/>
                  </a:lnTo>
                  <a:lnTo>
                    <a:pt x="977" y="2185098"/>
                  </a:lnTo>
                  <a:lnTo>
                    <a:pt x="5905" y="2189035"/>
                  </a:lnTo>
                  <a:lnTo>
                    <a:pt x="182079" y="2310092"/>
                  </a:lnTo>
                  <a:lnTo>
                    <a:pt x="458635" y="2413431"/>
                  </a:lnTo>
                  <a:lnTo>
                    <a:pt x="568858" y="2413431"/>
                  </a:lnTo>
                  <a:lnTo>
                    <a:pt x="568858" y="2440000"/>
                  </a:lnTo>
                  <a:lnTo>
                    <a:pt x="573786" y="2444915"/>
                  </a:lnTo>
                  <a:lnTo>
                    <a:pt x="650544" y="2444915"/>
                  </a:lnTo>
                  <a:lnTo>
                    <a:pt x="650544" y="2503970"/>
                  </a:lnTo>
                  <a:lnTo>
                    <a:pt x="656450" y="2508897"/>
                  </a:lnTo>
                  <a:lnTo>
                    <a:pt x="836561" y="2508897"/>
                  </a:lnTo>
                  <a:lnTo>
                    <a:pt x="841489" y="2502992"/>
                  </a:lnTo>
                  <a:lnTo>
                    <a:pt x="841489" y="2491181"/>
                  </a:lnTo>
                  <a:close/>
                </a:path>
                <a:path w="1628140" h="2509520">
                  <a:moveTo>
                    <a:pt x="1059434" y="68402"/>
                  </a:moveTo>
                  <a:lnTo>
                    <a:pt x="991019" y="0"/>
                  </a:lnTo>
                  <a:lnTo>
                    <a:pt x="786053" y="204952"/>
                  </a:lnTo>
                  <a:lnTo>
                    <a:pt x="816737" y="235623"/>
                  </a:lnTo>
                  <a:lnTo>
                    <a:pt x="824877" y="242316"/>
                  </a:lnTo>
                  <a:lnTo>
                    <a:pt x="834034" y="247218"/>
                  </a:lnTo>
                  <a:lnTo>
                    <a:pt x="843965" y="250228"/>
                  </a:lnTo>
                  <a:lnTo>
                    <a:pt x="854456" y="251244"/>
                  </a:lnTo>
                  <a:lnTo>
                    <a:pt x="864971" y="250228"/>
                  </a:lnTo>
                  <a:lnTo>
                    <a:pt x="874928" y="247218"/>
                  </a:lnTo>
                  <a:lnTo>
                    <a:pt x="884085" y="242316"/>
                  </a:lnTo>
                  <a:lnTo>
                    <a:pt x="892213" y="235623"/>
                  </a:lnTo>
                  <a:lnTo>
                    <a:pt x="1059434" y="68402"/>
                  </a:lnTo>
                  <a:close/>
                </a:path>
                <a:path w="1628140" h="2509520">
                  <a:moveTo>
                    <a:pt x="1399209" y="271526"/>
                  </a:moveTo>
                  <a:lnTo>
                    <a:pt x="1238377" y="110693"/>
                  </a:lnTo>
                  <a:lnTo>
                    <a:pt x="1204468" y="96634"/>
                  </a:lnTo>
                  <a:lnTo>
                    <a:pt x="1195019" y="97548"/>
                  </a:lnTo>
                  <a:lnTo>
                    <a:pt x="1186091" y="100266"/>
                  </a:lnTo>
                  <a:lnTo>
                    <a:pt x="1177848" y="104673"/>
                  </a:lnTo>
                  <a:lnTo>
                    <a:pt x="1157820" y="121132"/>
                  </a:lnTo>
                  <a:lnTo>
                    <a:pt x="1143533" y="128778"/>
                  </a:lnTo>
                  <a:lnTo>
                    <a:pt x="1128026" y="133477"/>
                  </a:lnTo>
                  <a:lnTo>
                    <a:pt x="1111656" y="135077"/>
                  </a:lnTo>
                  <a:lnTo>
                    <a:pt x="1097737" y="133921"/>
                  </a:lnTo>
                  <a:lnTo>
                    <a:pt x="1084402" y="130530"/>
                  </a:lnTo>
                  <a:lnTo>
                    <a:pt x="1071854" y="125006"/>
                  </a:lnTo>
                  <a:lnTo>
                    <a:pt x="1060348" y="117411"/>
                  </a:lnTo>
                  <a:lnTo>
                    <a:pt x="929665" y="248081"/>
                  </a:lnTo>
                  <a:lnTo>
                    <a:pt x="1033957" y="352386"/>
                  </a:lnTo>
                  <a:lnTo>
                    <a:pt x="1143076" y="242531"/>
                  </a:lnTo>
                  <a:lnTo>
                    <a:pt x="1145197" y="240398"/>
                  </a:lnTo>
                  <a:lnTo>
                    <a:pt x="1179893" y="222161"/>
                  </a:lnTo>
                  <a:lnTo>
                    <a:pt x="1194879" y="220116"/>
                  </a:lnTo>
                  <a:lnTo>
                    <a:pt x="1202766" y="220116"/>
                  </a:lnTo>
                  <a:lnTo>
                    <a:pt x="1242593" y="235356"/>
                  </a:lnTo>
                  <a:lnTo>
                    <a:pt x="1305331" y="297040"/>
                  </a:lnTo>
                  <a:lnTo>
                    <a:pt x="1312672" y="303072"/>
                  </a:lnTo>
                  <a:lnTo>
                    <a:pt x="1320927" y="307492"/>
                  </a:lnTo>
                  <a:lnTo>
                    <a:pt x="1329893" y="310222"/>
                  </a:lnTo>
                  <a:lnTo>
                    <a:pt x="1339354" y="311150"/>
                  </a:lnTo>
                  <a:lnTo>
                    <a:pt x="1348727" y="310235"/>
                  </a:lnTo>
                  <a:lnTo>
                    <a:pt x="1357617" y="307568"/>
                  </a:lnTo>
                  <a:lnTo>
                    <a:pt x="1365834" y="303212"/>
                  </a:lnTo>
                  <a:lnTo>
                    <a:pt x="1373149" y="297268"/>
                  </a:lnTo>
                  <a:lnTo>
                    <a:pt x="1399209" y="271526"/>
                  </a:lnTo>
                  <a:close/>
                </a:path>
                <a:path w="1628140" h="2509520">
                  <a:moveTo>
                    <a:pt x="1627593" y="254901"/>
                  </a:moveTo>
                  <a:lnTo>
                    <a:pt x="1496898" y="124167"/>
                  </a:lnTo>
                  <a:lnTo>
                    <a:pt x="1485366" y="131775"/>
                  </a:lnTo>
                  <a:lnTo>
                    <a:pt x="1472831" y="137312"/>
                  </a:lnTo>
                  <a:lnTo>
                    <a:pt x="1459496" y="140703"/>
                  </a:lnTo>
                  <a:lnTo>
                    <a:pt x="1445590" y="141846"/>
                  </a:lnTo>
                  <a:lnTo>
                    <a:pt x="1429207" y="140246"/>
                  </a:lnTo>
                  <a:lnTo>
                    <a:pt x="1413700" y="135547"/>
                  </a:lnTo>
                  <a:lnTo>
                    <a:pt x="1399413" y="127901"/>
                  </a:lnTo>
                  <a:lnTo>
                    <a:pt x="1379385" y="111442"/>
                  </a:lnTo>
                  <a:lnTo>
                    <a:pt x="1371155" y="107048"/>
                  </a:lnTo>
                  <a:lnTo>
                    <a:pt x="1362214" y="104343"/>
                  </a:lnTo>
                  <a:lnTo>
                    <a:pt x="1352791" y="103416"/>
                  </a:lnTo>
                  <a:lnTo>
                    <a:pt x="1343342" y="104343"/>
                  </a:lnTo>
                  <a:lnTo>
                    <a:pt x="1334401" y="107048"/>
                  </a:lnTo>
                  <a:lnTo>
                    <a:pt x="1326184" y="111455"/>
                  </a:lnTo>
                  <a:lnTo>
                    <a:pt x="1318856" y="117462"/>
                  </a:lnTo>
                  <a:lnTo>
                    <a:pt x="1306982" y="129362"/>
                  </a:lnTo>
                  <a:lnTo>
                    <a:pt x="1440078" y="262458"/>
                  </a:lnTo>
                  <a:lnTo>
                    <a:pt x="1441958" y="266992"/>
                  </a:lnTo>
                  <a:lnTo>
                    <a:pt x="1398016" y="322402"/>
                  </a:lnTo>
                  <a:lnTo>
                    <a:pt x="1355661" y="344855"/>
                  </a:lnTo>
                  <a:lnTo>
                    <a:pt x="1339392" y="346430"/>
                  </a:lnTo>
                  <a:lnTo>
                    <a:pt x="1322997" y="344830"/>
                  </a:lnTo>
                  <a:lnTo>
                    <a:pt x="1307465" y="340131"/>
                  </a:lnTo>
                  <a:lnTo>
                    <a:pt x="1293152" y="332460"/>
                  </a:lnTo>
                  <a:lnTo>
                    <a:pt x="1280414" y="322008"/>
                  </a:lnTo>
                  <a:lnTo>
                    <a:pt x="1225727" y="267335"/>
                  </a:lnTo>
                  <a:lnTo>
                    <a:pt x="1219530" y="262229"/>
                  </a:lnTo>
                  <a:lnTo>
                    <a:pt x="1212557" y="258508"/>
                  </a:lnTo>
                  <a:lnTo>
                    <a:pt x="1204988" y="256209"/>
                  </a:lnTo>
                  <a:lnTo>
                    <a:pt x="1197000" y="255435"/>
                  </a:lnTo>
                  <a:lnTo>
                    <a:pt x="1188440" y="255435"/>
                  </a:lnTo>
                  <a:lnTo>
                    <a:pt x="1021575" y="414807"/>
                  </a:lnTo>
                  <a:lnTo>
                    <a:pt x="1013904" y="433324"/>
                  </a:lnTo>
                  <a:lnTo>
                    <a:pt x="1015822" y="443191"/>
                  </a:lnTo>
                  <a:lnTo>
                    <a:pt x="1021575" y="451853"/>
                  </a:lnTo>
                  <a:lnTo>
                    <a:pt x="1026515" y="456780"/>
                  </a:lnTo>
                  <a:lnTo>
                    <a:pt x="1033094" y="459524"/>
                  </a:lnTo>
                  <a:lnTo>
                    <a:pt x="1047102" y="459524"/>
                  </a:lnTo>
                  <a:lnTo>
                    <a:pt x="1053680" y="456806"/>
                  </a:lnTo>
                  <a:lnTo>
                    <a:pt x="1058633" y="451853"/>
                  </a:lnTo>
                  <a:lnTo>
                    <a:pt x="1064463" y="447979"/>
                  </a:lnTo>
                  <a:lnTo>
                    <a:pt x="1071105" y="446684"/>
                  </a:lnTo>
                  <a:lnTo>
                    <a:pt x="1077747" y="447979"/>
                  </a:lnTo>
                  <a:lnTo>
                    <a:pt x="1083576" y="451853"/>
                  </a:lnTo>
                  <a:lnTo>
                    <a:pt x="1087031" y="455307"/>
                  </a:lnTo>
                  <a:lnTo>
                    <a:pt x="1088758" y="459803"/>
                  </a:lnTo>
                  <a:lnTo>
                    <a:pt x="1088758" y="468858"/>
                  </a:lnTo>
                  <a:lnTo>
                    <a:pt x="1087031" y="473367"/>
                  </a:lnTo>
                  <a:lnTo>
                    <a:pt x="1083576" y="476808"/>
                  </a:lnTo>
                  <a:lnTo>
                    <a:pt x="1077836" y="485470"/>
                  </a:lnTo>
                  <a:lnTo>
                    <a:pt x="1075918" y="495338"/>
                  </a:lnTo>
                  <a:lnTo>
                    <a:pt x="1077836" y="505206"/>
                  </a:lnTo>
                  <a:lnTo>
                    <a:pt x="1083576" y="513867"/>
                  </a:lnTo>
                  <a:lnTo>
                    <a:pt x="1088542" y="518795"/>
                  </a:lnTo>
                  <a:lnTo>
                    <a:pt x="1095108" y="521550"/>
                  </a:lnTo>
                  <a:lnTo>
                    <a:pt x="1109116" y="521550"/>
                  </a:lnTo>
                  <a:lnTo>
                    <a:pt x="1115682" y="518820"/>
                  </a:lnTo>
                  <a:lnTo>
                    <a:pt x="1120622" y="513867"/>
                  </a:lnTo>
                  <a:lnTo>
                    <a:pt x="1126477" y="509993"/>
                  </a:lnTo>
                  <a:lnTo>
                    <a:pt x="1133119" y="508698"/>
                  </a:lnTo>
                  <a:lnTo>
                    <a:pt x="1139761" y="509993"/>
                  </a:lnTo>
                  <a:lnTo>
                    <a:pt x="1145590" y="513867"/>
                  </a:lnTo>
                  <a:lnTo>
                    <a:pt x="1149045" y="517321"/>
                  </a:lnTo>
                  <a:lnTo>
                    <a:pt x="1150759" y="521830"/>
                  </a:lnTo>
                  <a:lnTo>
                    <a:pt x="1150759" y="530885"/>
                  </a:lnTo>
                  <a:lnTo>
                    <a:pt x="1149045" y="535381"/>
                  </a:lnTo>
                  <a:lnTo>
                    <a:pt x="1140637" y="543775"/>
                  </a:lnTo>
                  <a:lnTo>
                    <a:pt x="1137920" y="550379"/>
                  </a:lnTo>
                  <a:lnTo>
                    <a:pt x="1137920" y="564388"/>
                  </a:lnTo>
                  <a:lnTo>
                    <a:pt x="1140637" y="570966"/>
                  </a:lnTo>
                  <a:lnTo>
                    <a:pt x="1150543" y="580834"/>
                  </a:lnTo>
                  <a:lnTo>
                    <a:pt x="1157122" y="583577"/>
                  </a:lnTo>
                  <a:lnTo>
                    <a:pt x="1171117" y="583577"/>
                  </a:lnTo>
                  <a:lnTo>
                    <a:pt x="1177683" y="580834"/>
                  </a:lnTo>
                  <a:lnTo>
                    <a:pt x="1182636" y="575919"/>
                  </a:lnTo>
                  <a:lnTo>
                    <a:pt x="1188491" y="572033"/>
                  </a:lnTo>
                  <a:lnTo>
                    <a:pt x="1195133" y="570738"/>
                  </a:lnTo>
                  <a:lnTo>
                    <a:pt x="1201775" y="572033"/>
                  </a:lnTo>
                  <a:lnTo>
                    <a:pt x="1207617" y="575919"/>
                  </a:lnTo>
                  <a:lnTo>
                    <a:pt x="1211059" y="579361"/>
                  </a:lnTo>
                  <a:lnTo>
                    <a:pt x="1212786" y="583857"/>
                  </a:lnTo>
                  <a:lnTo>
                    <a:pt x="1212786" y="592912"/>
                  </a:lnTo>
                  <a:lnTo>
                    <a:pt x="1211059" y="597420"/>
                  </a:lnTo>
                  <a:lnTo>
                    <a:pt x="1207617" y="600862"/>
                  </a:lnTo>
                  <a:lnTo>
                    <a:pt x="1201864" y="609523"/>
                  </a:lnTo>
                  <a:lnTo>
                    <a:pt x="1199959" y="619391"/>
                  </a:lnTo>
                  <a:lnTo>
                    <a:pt x="1201864" y="629259"/>
                  </a:lnTo>
                  <a:lnTo>
                    <a:pt x="1207617" y="637933"/>
                  </a:lnTo>
                  <a:lnTo>
                    <a:pt x="1212557" y="642886"/>
                  </a:lnTo>
                  <a:lnTo>
                    <a:pt x="1219136" y="645604"/>
                  </a:lnTo>
                  <a:lnTo>
                    <a:pt x="1233144" y="645604"/>
                  </a:lnTo>
                  <a:lnTo>
                    <a:pt x="1239697" y="642886"/>
                  </a:lnTo>
                  <a:lnTo>
                    <a:pt x="1257109" y="625475"/>
                  </a:lnTo>
                  <a:lnTo>
                    <a:pt x="1226388" y="594753"/>
                  </a:lnTo>
                  <a:lnTo>
                    <a:pt x="1212888" y="574408"/>
                  </a:lnTo>
                  <a:lnTo>
                    <a:pt x="1208392" y="551256"/>
                  </a:lnTo>
                  <a:lnTo>
                    <a:pt x="1212888" y="528104"/>
                  </a:lnTo>
                  <a:lnTo>
                    <a:pt x="1226388" y="507771"/>
                  </a:lnTo>
                  <a:lnTo>
                    <a:pt x="1235760" y="500062"/>
                  </a:lnTo>
                  <a:lnTo>
                    <a:pt x="1246301" y="494411"/>
                  </a:lnTo>
                  <a:lnTo>
                    <a:pt x="1257769" y="490943"/>
                  </a:lnTo>
                  <a:lnTo>
                    <a:pt x="1270393" y="489788"/>
                  </a:lnTo>
                  <a:lnTo>
                    <a:pt x="1271562" y="477139"/>
                  </a:lnTo>
                  <a:lnTo>
                    <a:pt x="1297762" y="438061"/>
                  </a:lnTo>
                  <a:lnTo>
                    <a:pt x="1332445" y="427774"/>
                  </a:lnTo>
                  <a:lnTo>
                    <a:pt x="1333474" y="415874"/>
                  </a:lnTo>
                  <a:lnTo>
                    <a:pt x="1359776" y="376034"/>
                  </a:lnTo>
                  <a:lnTo>
                    <a:pt x="1394447" y="365760"/>
                  </a:lnTo>
                  <a:lnTo>
                    <a:pt x="1395476" y="353872"/>
                  </a:lnTo>
                  <a:lnTo>
                    <a:pt x="1421803" y="314020"/>
                  </a:lnTo>
                  <a:lnTo>
                    <a:pt x="1455877" y="303733"/>
                  </a:lnTo>
                  <a:lnTo>
                    <a:pt x="1467967" y="304901"/>
                  </a:lnTo>
                  <a:lnTo>
                    <a:pt x="1479423" y="308368"/>
                  </a:lnTo>
                  <a:lnTo>
                    <a:pt x="1489976" y="314020"/>
                  </a:lnTo>
                  <a:lnTo>
                    <a:pt x="1499362" y="321741"/>
                  </a:lnTo>
                  <a:lnTo>
                    <a:pt x="1530057" y="352437"/>
                  </a:lnTo>
                  <a:lnTo>
                    <a:pt x="1627593" y="254901"/>
                  </a:lnTo>
                  <a:close/>
                </a:path>
              </a:pathLst>
            </a:custGeom>
            <a:solidFill>
              <a:srgbClr val="1B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39334" y="2762003"/>
            <a:ext cx="110794" cy="11079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97925" y="3200566"/>
            <a:ext cx="120027" cy="12002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39334" y="4091541"/>
            <a:ext cx="110794" cy="11079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97925" y="4530104"/>
            <a:ext cx="120027" cy="12002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39334" y="5421079"/>
            <a:ext cx="110794" cy="11079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97925" y="5859642"/>
            <a:ext cx="120027" cy="12002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39334" y="6750617"/>
            <a:ext cx="110794" cy="11079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97925" y="7189180"/>
            <a:ext cx="120027" cy="12002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39334" y="8080154"/>
            <a:ext cx="110794" cy="11079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97925" y="8518718"/>
            <a:ext cx="120027" cy="120027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600" b="0" spc="315" dirty="0">
                <a:latin typeface="Trebuchet MS"/>
                <a:cs typeface="Trebuchet MS"/>
              </a:rPr>
              <a:t>AI-</a:t>
            </a:r>
            <a:r>
              <a:rPr sz="2600" b="0" spc="175" dirty="0">
                <a:latin typeface="Trebuchet MS"/>
                <a:cs typeface="Trebuchet MS"/>
              </a:rPr>
              <a:t>Driven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215" dirty="0">
                <a:latin typeface="Trebuchet MS"/>
                <a:cs typeface="Trebuchet MS"/>
              </a:rPr>
              <a:t>Modular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185" dirty="0">
                <a:latin typeface="Trebuchet MS"/>
                <a:cs typeface="Trebuchet MS"/>
              </a:rPr>
              <a:t>Architecture</a:t>
            </a:r>
            <a:endParaRPr sz="2600">
              <a:latin typeface="Trebuchet MS"/>
              <a:cs typeface="Trebuchet MS"/>
            </a:endParaRPr>
          </a:p>
          <a:p>
            <a:pPr marL="580390" marR="421640">
              <a:lnSpc>
                <a:spcPct val="111800"/>
              </a:lnSpc>
              <a:spcBef>
                <a:spcPts val="5"/>
              </a:spcBef>
            </a:pPr>
            <a:r>
              <a:rPr sz="2600" b="0" spc="185" dirty="0">
                <a:latin typeface="Trebuchet MS"/>
                <a:cs typeface="Trebuchet MS"/>
              </a:rPr>
              <a:t>Integrates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220" dirty="0">
                <a:latin typeface="Trebuchet MS"/>
                <a:cs typeface="Trebuchet MS"/>
              </a:rPr>
              <a:t>employee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170" dirty="0">
                <a:latin typeface="Trebuchet MS"/>
                <a:cs typeface="Trebuchet MS"/>
              </a:rPr>
              <a:t>activity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125" dirty="0">
                <a:latin typeface="Trebuchet MS"/>
                <a:cs typeface="Trebuchet MS"/>
              </a:rPr>
              <a:t>reporting,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260" dirty="0">
                <a:latin typeface="Trebuchet MS"/>
                <a:cs typeface="Trebuchet MS"/>
              </a:rPr>
              <a:t>stress</a:t>
            </a:r>
            <a:r>
              <a:rPr sz="2600" b="0" spc="250" dirty="0">
                <a:latin typeface="Trebuchet MS"/>
                <a:cs typeface="Trebuchet MS"/>
              </a:rPr>
              <a:t> </a:t>
            </a:r>
            <a:r>
              <a:rPr sz="2600" b="0" spc="145" dirty="0">
                <a:latin typeface="Trebuchet MS"/>
                <a:cs typeface="Trebuchet MS"/>
              </a:rPr>
              <a:t>analysis,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195" dirty="0">
                <a:latin typeface="Trebuchet MS"/>
                <a:cs typeface="Trebuchet MS"/>
              </a:rPr>
              <a:t>task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165" dirty="0">
                <a:latin typeface="Trebuchet MS"/>
                <a:cs typeface="Trebuchet MS"/>
              </a:rPr>
              <a:t>scheduling,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204" dirty="0">
                <a:latin typeface="Trebuchet MS"/>
                <a:cs typeface="Trebuchet MS"/>
              </a:rPr>
              <a:t>and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110" dirty="0">
                <a:latin typeface="Trebuchet MS"/>
                <a:cs typeface="Trebuchet MS"/>
              </a:rPr>
              <a:t>intelligent </a:t>
            </a:r>
            <a:r>
              <a:rPr sz="2600" b="0" spc="170" dirty="0">
                <a:latin typeface="Trebuchet MS"/>
                <a:cs typeface="Trebuchet MS"/>
              </a:rPr>
              <a:t>network</a:t>
            </a:r>
            <a:r>
              <a:rPr sz="2600" b="0" spc="229" dirty="0">
                <a:latin typeface="Trebuchet MS"/>
                <a:cs typeface="Trebuchet MS"/>
              </a:rPr>
              <a:t> </a:t>
            </a:r>
            <a:r>
              <a:rPr sz="2600" b="0" spc="180" dirty="0">
                <a:latin typeface="Trebuchet MS"/>
                <a:cs typeface="Trebuchet MS"/>
              </a:rPr>
              <a:t>control</a:t>
            </a:r>
            <a:r>
              <a:rPr sz="2600" b="0" spc="235" dirty="0">
                <a:latin typeface="Trebuchet MS"/>
                <a:cs typeface="Trebuchet MS"/>
              </a:rPr>
              <a:t> </a:t>
            </a:r>
            <a:r>
              <a:rPr sz="2600" b="0" spc="140" dirty="0">
                <a:latin typeface="Trebuchet MS"/>
                <a:cs typeface="Trebuchet MS"/>
              </a:rPr>
              <a:t>into</a:t>
            </a:r>
            <a:r>
              <a:rPr sz="2600" b="0" spc="229" dirty="0">
                <a:latin typeface="Trebuchet MS"/>
                <a:cs typeface="Trebuchet MS"/>
              </a:rPr>
              <a:t> </a:t>
            </a:r>
            <a:r>
              <a:rPr sz="2600" b="0" spc="200" dirty="0">
                <a:latin typeface="Trebuchet MS"/>
                <a:cs typeface="Trebuchet MS"/>
              </a:rPr>
              <a:t>one</a:t>
            </a:r>
            <a:r>
              <a:rPr sz="2600" b="0" spc="235" dirty="0">
                <a:latin typeface="Trebuchet MS"/>
                <a:cs typeface="Trebuchet MS"/>
              </a:rPr>
              <a:t> </a:t>
            </a:r>
            <a:r>
              <a:rPr sz="2600" b="0" spc="270" dirty="0">
                <a:latin typeface="Trebuchet MS"/>
                <a:cs typeface="Trebuchet MS"/>
              </a:rPr>
              <a:t>system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600" b="0" spc="120" dirty="0">
                <a:latin typeface="Trebuchet MS"/>
                <a:cs typeface="Trebuchet MS"/>
              </a:rPr>
              <a:t>Intelligent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210" dirty="0">
                <a:latin typeface="Trebuchet MS"/>
                <a:cs typeface="Trebuchet MS"/>
              </a:rPr>
              <a:t>Workload</a:t>
            </a:r>
            <a:r>
              <a:rPr sz="2600" b="0" spc="250" dirty="0">
                <a:latin typeface="Trebuchet MS"/>
                <a:cs typeface="Trebuchet MS"/>
              </a:rPr>
              <a:t> </a:t>
            </a:r>
            <a:r>
              <a:rPr sz="2600" b="0" spc="70" dirty="0">
                <a:latin typeface="Trebuchet MS"/>
                <a:cs typeface="Trebuchet MS"/>
              </a:rPr>
              <a:t>&amp;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185" dirty="0">
                <a:latin typeface="Trebuchet MS"/>
                <a:cs typeface="Trebuchet MS"/>
              </a:rPr>
              <a:t>Task</a:t>
            </a:r>
            <a:r>
              <a:rPr sz="2600" b="0" spc="250" dirty="0">
                <a:latin typeface="Trebuchet MS"/>
                <a:cs typeface="Trebuchet MS"/>
              </a:rPr>
              <a:t> </a:t>
            </a:r>
            <a:r>
              <a:rPr sz="2600" b="0" spc="215" dirty="0">
                <a:latin typeface="Trebuchet MS"/>
                <a:cs typeface="Trebuchet MS"/>
              </a:rPr>
              <a:t>Analysis</a:t>
            </a:r>
            <a:endParaRPr sz="2600">
              <a:latin typeface="Trebuchet MS"/>
              <a:cs typeface="Trebuchet MS"/>
            </a:endParaRPr>
          </a:p>
          <a:p>
            <a:pPr marL="580390" marR="19050">
              <a:lnSpc>
                <a:spcPct val="111800"/>
              </a:lnSpc>
            </a:pPr>
            <a:r>
              <a:rPr sz="2600" b="0" spc="235" dirty="0">
                <a:latin typeface="Trebuchet MS"/>
                <a:cs typeface="Trebuchet MS"/>
              </a:rPr>
              <a:t>Machine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140" dirty="0">
                <a:latin typeface="Trebuchet MS"/>
                <a:cs typeface="Trebuchet MS"/>
              </a:rPr>
              <a:t>learning</a:t>
            </a:r>
            <a:r>
              <a:rPr sz="2600" b="0" spc="240" dirty="0">
                <a:latin typeface="Trebuchet MS"/>
                <a:cs typeface="Trebuchet MS"/>
              </a:rPr>
              <a:t> models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155" dirty="0">
                <a:latin typeface="Trebuchet MS"/>
                <a:cs typeface="Trebuchet MS"/>
              </a:rPr>
              <a:t>analyze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220" dirty="0">
                <a:latin typeface="Trebuchet MS"/>
                <a:cs typeface="Trebuchet MS"/>
              </a:rPr>
              <a:t>employee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110" dirty="0">
                <a:latin typeface="Trebuchet MS"/>
                <a:cs typeface="Trebuchet MS"/>
              </a:rPr>
              <a:t>activity,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195" dirty="0">
                <a:latin typeface="Trebuchet MS"/>
                <a:cs typeface="Trebuchet MS"/>
              </a:rPr>
              <a:t>task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135" dirty="0">
                <a:latin typeface="Trebuchet MS"/>
                <a:cs typeface="Trebuchet MS"/>
              </a:rPr>
              <a:t>context,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204" dirty="0">
                <a:latin typeface="Trebuchet MS"/>
                <a:cs typeface="Trebuchet MS"/>
              </a:rPr>
              <a:t>and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180" dirty="0">
                <a:latin typeface="Trebuchet MS"/>
                <a:cs typeface="Trebuchet MS"/>
              </a:rPr>
              <a:t>workload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170" dirty="0">
                <a:latin typeface="Trebuchet MS"/>
                <a:cs typeface="Trebuchet MS"/>
              </a:rPr>
              <a:t>intensity </a:t>
            </a:r>
            <a:r>
              <a:rPr sz="2600" b="0" spc="55" dirty="0">
                <a:latin typeface="Trebuchet MS"/>
                <a:cs typeface="Trebuchet MS"/>
              </a:rPr>
              <a:t>in</a:t>
            </a:r>
            <a:r>
              <a:rPr sz="2600" b="0" spc="229" dirty="0">
                <a:latin typeface="Trebuchet MS"/>
                <a:cs typeface="Trebuchet MS"/>
              </a:rPr>
              <a:t> </a:t>
            </a:r>
            <a:r>
              <a:rPr sz="2600" b="0" spc="85" dirty="0">
                <a:latin typeface="Trebuchet MS"/>
                <a:cs typeface="Trebuchet MS"/>
              </a:rPr>
              <a:t>real</a:t>
            </a:r>
            <a:r>
              <a:rPr sz="2600" b="0" spc="229" dirty="0">
                <a:latin typeface="Trebuchet MS"/>
                <a:cs typeface="Trebuchet MS"/>
              </a:rPr>
              <a:t> </a:t>
            </a:r>
            <a:r>
              <a:rPr sz="2600" b="0" spc="125" dirty="0">
                <a:latin typeface="Trebuchet MS"/>
                <a:cs typeface="Trebuchet MS"/>
              </a:rPr>
              <a:t>time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600" b="0" spc="245" dirty="0">
                <a:latin typeface="Trebuchet MS"/>
                <a:cs typeface="Trebuchet MS"/>
              </a:rPr>
              <a:t>Dynamic</a:t>
            </a:r>
            <a:r>
              <a:rPr sz="2600" b="0" spc="250" dirty="0">
                <a:latin typeface="Trebuchet MS"/>
                <a:cs typeface="Trebuchet MS"/>
              </a:rPr>
              <a:t> </a:t>
            </a:r>
            <a:r>
              <a:rPr sz="2600" b="0" spc="200" dirty="0">
                <a:latin typeface="Trebuchet MS"/>
                <a:cs typeface="Trebuchet MS"/>
              </a:rPr>
              <a:t>Bandwidth</a:t>
            </a:r>
            <a:r>
              <a:rPr sz="2600" b="0" spc="250" dirty="0">
                <a:latin typeface="Trebuchet MS"/>
                <a:cs typeface="Trebuchet MS"/>
              </a:rPr>
              <a:t> </a:t>
            </a:r>
            <a:r>
              <a:rPr sz="2600" b="0" spc="170" dirty="0">
                <a:latin typeface="Trebuchet MS"/>
                <a:cs typeface="Trebuchet MS"/>
              </a:rPr>
              <a:t>Allocation</a:t>
            </a:r>
            <a:r>
              <a:rPr sz="2600" b="0" spc="250" dirty="0">
                <a:latin typeface="Trebuchet MS"/>
                <a:cs typeface="Trebuchet MS"/>
              </a:rPr>
              <a:t> </a:t>
            </a:r>
            <a:r>
              <a:rPr sz="2600" b="0" spc="225" dirty="0">
                <a:latin typeface="Trebuchet MS"/>
                <a:cs typeface="Trebuchet MS"/>
              </a:rPr>
              <a:t>(Core</a:t>
            </a:r>
            <a:r>
              <a:rPr sz="2600" b="0" spc="250" dirty="0">
                <a:latin typeface="Trebuchet MS"/>
                <a:cs typeface="Trebuchet MS"/>
              </a:rPr>
              <a:t> </a:t>
            </a:r>
            <a:r>
              <a:rPr sz="2600" b="0" spc="190" dirty="0">
                <a:latin typeface="Trebuchet MS"/>
                <a:cs typeface="Trebuchet MS"/>
              </a:rPr>
              <a:t>Contribution)</a:t>
            </a:r>
            <a:endParaRPr sz="2600">
              <a:latin typeface="Trebuchet MS"/>
              <a:cs typeface="Trebuchet MS"/>
            </a:endParaRPr>
          </a:p>
          <a:p>
            <a:pPr marL="580390" marR="5080">
              <a:lnSpc>
                <a:spcPct val="111800"/>
              </a:lnSpc>
            </a:pPr>
            <a:r>
              <a:rPr sz="2600" b="0" spc="114" dirty="0">
                <a:latin typeface="Trebuchet MS"/>
                <a:cs typeface="Trebuchet MS"/>
              </a:rPr>
              <a:t>AI</a:t>
            </a:r>
            <a:r>
              <a:rPr sz="2600" b="0" spc="235" dirty="0">
                <a:latin typeface="Trebuchet MS"/>
                <a:cs typeface="Trebuchet MS"/>
              </a:rPr>
              <a:t> </a:t>
            </a:r>
            <a:r>
              <a:rPr sz="2600" b="0" spc="240" dirty="0">
                <a:latin typeface="Trebuchet MS"/>
                <a:cs typeface="Trebuchet MS"/>
              </a:rPr>
              <a:t>models</a:t>
            </a:r>
            <a:r>
              <a:rPr sz="2600" b="0" spc="235" dirty="0">
                <a:latin typeface="Trebuchet MS"/>
                <a:cs typeface="Trebuchet MS"/>
              </a:rPr>
              <a:t> </a:t>
            </a:r>
            <a:r>
              <a:rPr sz="2600" b="0" spc="175" dirty="0">
                <a:latin typeface="Trebuchet MS"/>
                <a:cs typeface="Trebuchet MS"/>
              </a:rPr>
              <a:t>automatically</a:t>
            </a:r>
            <a:r>
              <a:rPr sz="2600" b="0" spc="235" dirty="0">
                <a:latin typeface="Trebuchet MS"/>
                <a:cs typeface="Trebuchet MS"/>
              </a:rPr>
              <a:t> </a:t>
            </a:r>
            <a:r>
              <a:rPr sz="2600" b="0" spc="155" dirty="0">
                <a:latin typeface="Trebuchet MS"/>
                <a:cs typeface="Trebuchet MS"/>
              </a:rPr>
              <a:t>allocate</a:t>
            </a:r>
            <a:r>
              <a:rPr sz="2600" b="0" spc="235" dirty="0">
                <a:latin typeface="Trebuchet MS"/>
                <a:cs typeface="Trebuchet MS"/>
              </a:rPr>
              <a:t> </a:t>
            </a:r>
            <a:r>
              <a:rPr sz="2600" b="0" spc="170" dirty="0">
                <a:latin typeface="Trebuchet MS"/>
                <a:cs typeface="Trebuchet MS"/>
              </a:rPr>
              <a:t>network</a:t>
            </a:r>
            <a:r>
              <a:rPr sz="2600" b="0" spc="235" dirty="0">
                <a:latin typeface="Trebuchet MS"/>
                <a:cs typeface="Trebuchet MS"/>
              </a:rPr>
              <a:t> </a:t>
            </a:r>
            <a:r>
              <a:rPr sz="2600" b="0" spc="210" dirty="0">
                <a:latin typeface="Trebuchet MS"/>
                <a:cs typeface="Trebuchet MS"/>
              </a:rPr>
              <a:t>bandwidth</a:t>
            </a:r>
            <a:r>
              <a:rPr sz="2600" b="0" spc="235" dirty="0">
                <a:latin typeface="Trebuchet MS"/>
                <a:cs typeface="Trebuchet MS"/>
              </a:rPr>
              <a:t> </a:t>
            </a:r>
            <a:r>
              <a:rPr sz="2600" b="0" spc="210" dirty="0">
                <a:latin typeface="Trebuchet MS"/>
                <a:cs typeface="Trebuchet MS"/>
              </a:rPr>
              <a:t>using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340" dirty="0">
                <a:latin typeface="Trebuchet MS"/>
                <a:cs typeface="Trebuchet MS"/>
              </a:rPr>
              <a:t>QoS</a:t>
            </a:r>
            <a:r>
              <a:rPr sz="2600" b="0" spc="235" dirty="0">
                <a:latin typeface="Trebuchet MS"/>
                <a:cs typeface="Trebuchet MS"/>
              </a:rPr>
              <a:t> </a:t>
            </a:r>
            <a:r>
              <a:rPr sz="2600" b="0" spc="-345" dirty="0">
                <a:latin typeface="Trebuchet MS"/>
                <a:cs typeface="Trebuchet MS"/>
              </a:rPr>
              <a:t>/</a:t>
            </a:r>
            <a:r>
              <a:rPr sz="2600" b="0" spc="235" dirty="0">
                <a:latin typeface="Trebuchet MS"/>
                <a:cs typeface="Trebuchet MS"/>
              </a:rPr>
              <a:t> </a:t>
            </a:r>
            <a:r>
              <a:rPr sz="2600" b="0" spc="450" dirty="0">
                <a:latin typeface="Trebuchet MS"/>
                <a:cs typeface="Trebuchet MS"/>
              </a:rPr>
              <a:t>SD-</a:t>
            </a:r>
            <a:r>
              <a:rPr sz="2600" b="0" spc="320" dirty="0">
                <a:latin typeface="Trebuchet MS"/>
                <a:cs typeface="Trebuchet MS"/>
              </a:rPr>
              <a:t>WAN</a:t>
            </a:r>
            <a:r>
              <a:rPr sz="2600" b="0" spc="235" dirty="0">
                <a:latin typeface="Trebuchet MS"/>
                <a:cs typeface="Trebuchet MS"/>
              </a:rPr>
              <a:t> </a:t>
            </a:r>
            <a:r>
              <a:rPr sz="2600" b="0" spc="195" dirty="0">
                <a:latin typeface="Trebuchet MS"/>
                <a:cs typeface="Trebuchet MS"/>
              </a:rPr>
              <a:t>policies</a:t>
            </a:r>
            <a:r>
              <a:rPr sz="2600" b="0" spc="235" dirty="0">
                <a:latin typeface="Trebuchet MS"/>
                <a:cs typeface="Trebuchet MS"/>
              </a:rPr>
              <a:t> </a:t>
            </a:r>
            <a:r>
              <a:rPr sz="2600" b="0" spc="254" dirty="0">
                <a:latin typeface="Trebuchet MS"/>
                <a:cs typeface="Trebuchet MS"/>
              </a:rPr>
              <a:t>based </a:t>
            </a:r>
            <a:r>
              <a:rPr sz="2600" b="0" spc="190" dirty="0">
                <a:latin typeface="Trebuchet MS"/>
                <a:cs typeface="Trebuchet MS"/>
              </a:rPr>
              <a:t>on</a:t>
            </a:r>
            <a:r>
              <a:rPr sz="2600" b="0" spc="225" dirty="0">
                <a:latin typeface="Trebuchet MS"/>
                <a:cs typeface="Trebuchet MS"/>
              </a:rPr>
              <a:t> </a:t>
            </a:r>
            <a:r>
              <a:rPr sz="2600" b="0" spc="180" dirty="0">
                <a:latin typeface="Trebuchet MS"/>
                <a:cs typeface="Trebuchet MS"/>
              </a:rPr>
              <a:t>workload</a:t>
            </a:r>
            <a:r>
              <a:rPr sz="2600" b="0" spc="225" dirty="0">
                <a:latin typeface="Trebuchet MS"/>
                <a:cs typeface="Trebuchet MS"/>
              </a:rPr>
              <a:t> </a:t>
            </a:r>
            <a:r>
              <a:rPr sz="2600" b="0" spc="145" dirty="0">
                <a:latin typeface="Trebuchet MS"/>
                <a:cs typeface="Trebuchet MS"/>
              </a:rPr>
              <a:t>priority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600" b="0" spc="229" dirty="0">
                <a:latin typeface="Trebuchet MS"/>
                <a:cs typeface="Trebuchet MS"/>
              </a:rPr>
              <a:t>Real-</a:t>
            </a:r>
            <a:r>
              <a:rPr sz="2600" b="0" spc="135" dirty="0">
                <a:latin typeface="Trebuchet MS"/>
                <a:cs typeface="Trebuchet MS"/>
              </a:rPr>
              <a:t>Time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204" dirty="0">
                <a:latin typeface="Trebuchet MS"/>
                <a:cs typeface="Trebuchet MS"/>
              </a:rPr>
              <a:t>Monitoring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70" dirty="0">
                <a:latin typeface="Trebuchet MS"/>
                <a:cs typeface="Trebuchet MS"/>
              </a:rPr>
              <a:t>&amp;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235" dirty="0">
                <a:latin typeface="Trebuchet MS"/>
                <a:cs typeface="Trebuchet MS"/>
              </a:rPr>
              <a:t>Feedback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235" dirty="0">
                <a:latin typeface="Trebuchet MS"/>
                <a:cs typeface="Trebuchet MS"/>
              </a:rPr>
              <a:t>Loop</a:t>
            </a:r>
            <a:endParaRPr sz="2600">
              <a:latin typeface="Trebuchet MS"/>
              <a:cs typeface="Trebuchet MS"/>
            </a:endParaRPr>
          </a:p>
          <a:p>
            <a:pPr marL="580390" marR="1398905">
              <a:lnSpc>
                <a:spcPct val="111800"/>
              </a:lnSpc>
            </a:pPr>
            <a:r>
              <a:rPr sz="2600" b="0" spc="229" dirty="0">
                <a:latin typeface="Trebuchet MS"/>
                <a:cs typeface="Trebuchet MS"/>
              </a:rPr>
              <a:t>Continuously</a:t>
            </a:r>
            <a:r>
              <a:rPr sz="2600" b="0" spc="235" dirty="0">
                <a:latin typeface="Trebuchet MS"/>
                <a:cs typeface="Trebuchet MS"/>
              </a:rPr>
              <a:t> </a:t>
            </a:r>
            <a:r>
              <a:rPr sz="2600" b="0" spc="190" dirty="0">
                <a:latin typeface="Trebuchet MS"/>
                <a:cs typeface="Trebuchet MS"/>
              </a:rPr>
              <a:t>evaluates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204" dirty="0">
                <a:latin typeface="Trebuchet MS"/>
                <a:cs typeface="Trebuchet MS"/>
              </a:rPr>
              <a:t>productivity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204" dirty="0">
                <a:latin typeface="Trebuchet MS"/>
                <a:cs typeface="Trebuchet MS"/>
              </a:rPr>
              <a:t>and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170" dirty="0">
                <a:latin typeface="Trebuchet MS"/>
                <a:cs typeface="Trebuchet MS"/>
              </a:rPr>
              <a:t>network</a:t>
            </a:r>
            <a:r>
              <a:rPr sz="2600" b="0" spc="235" dirty="0">
                <a:latin typeface="Trebuchet MS"/>
                <a:cs typeface="Trebuchet MS"/>
              </a:rPr>
              <a:t> </a:t>
            </a:r>
            <a:r>
              <a:rPr sz="2600" b="0" spc="210" dirty="0">
                <a:latin typeface="Trebuchet MS"/>
                <a:cs typeface="Trebuchet MS"/>
              </a:rPr>
              <a:t>performance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145" dirty="0">
                <a:latin typeface="Trebuchet MS"/>
                <a:cs typeface="Trebuchet MS"/>
              </a:rPr>
              <a:t>to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200" dirty="0">
                <a:latin typeface="Trebuchet MS"/>
                <a:cs typeface="Trebuchet MS"/>
              </a:rPr>
              <a:t>improve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125" dirty="0">
                <a:latin typeface="Trebuchet MS"/>
                <a:cs typeface="Trebuchet MS"/>
              </a:rPr>
              <a:t>future </a:t>
            </a:r>
            <a:r>
              <a:rPr sz="2600" b="0" spc="235" dirty="0">
                <a:latin typeface="Trebuchet MS"/>
                <a:cs typeface="Trebuchet MS"/>
              </a:rPr>
              <a:t>decisions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600" b="0" spc="190" dirty="0">
                <a:latin typeface="Trebuchet MS"/>
                <a:cs typeface="Trebuchet MS"/>
              </a:rPr>
              <a:t>Scalable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70" dirty="0">
                <a:latin typeface="Trebuchet MS"/>
                <a:cs typeface="Trebuchet MS"/>
              </a:rPr>
              <a:t>&amp;</a:t>
            </a:r>
            <a:r>
              <a:rPr sz="2600" b="0" spc="250" dirty="0">
                <a:latin typeface="Trebuchet MS"/>
                <a:cs typeface="Trebuchet MS"/>
              </a:rPr>
              <a:t> </a:t>
            </a:r>
            <a:r>
              <a:rPr sz="2600" b="0" spc="160" dirty="0">
                <a:latin typeface="Trebuchet MS"/>
                <a:cs typeface="Trebuchet MS"/>
              </a:rPr>
              <a:t>Practical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225" dirty="0">
                <a:latin typeface="Trebuchet MS"/>
                <a:cs typeface="Trebuchet MS"/>
              </a:rPr>
              <a:t>Design</a:t>
            </a:r>
            <a:endParaRPr sz="2600">
              <a:latin typeface="Trebuchet MS"/>
              <a:cs typeface="Trebuchet MS"/>
            </a:endParaRPr>
          </a:p>
          <a:p>
            <a:pPr marL="580390" marR="274955">
              <a:lnSpc>
                <a:spcPct val="111800"/>
              </a:lnSpc>
              <a:spcBef>
                <a:spcPts val="5"/>
              </a:spcBef>
            </a:pPr>
            <a:r>
              <a:rPr sz="2600" b="0" spc="215" dirty="0">
                <a:latin typeface="Trebuchet MS"/>
                <a:cs typeface="Trebuchet MS"/>
              </a:rPr>
              <a:t>Modular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270" dirty="0">
                <a:latin typeface="Trebuchet MS"/>
                <a:cs typeface="Trebuchet MS"/>
              </a:rPr>
              <a:t>components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100" dirty="0">
                <a:latin typeface="Trebuchet MS"/>
                <a:cs typeface="Trebuchet MS"/>
              </a:rPr>
              <a:t>allow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254" dirty="0">
                <a:latin typeface="Trebuchet MS"/>
                <a:cs typeface="Trebuchet MS"/>
              </a:rPr>
              <a:t>easy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165" dirty="0">
                <a:latin typeface="Trebuchet MS"/>
                <a:cs typeface="Trebuchet MS"/>
              </a:rPr>
              <a:t>expansion,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160" dirty="0">
                <a:latin typeface="Trebuchet MS"/>
                <a:cs typeface="Trebuchet MS"/>
              </a:rPr>
              <a:t>maintenance,</a:t>
            </a:r>
            <a:r>
              <a:rPr sz="2600" b="0" spc="245" dirty="0">
                <a:latin typeface="Trebuchet MS"/>
                <a:cs typeface="Trebuchet MS"/>
              </a:rPr>
              <a:t> </a:t>
            </a:r>
            <a:r>
              <a:rPr sz="2600" b="0" spc="204" dirty="0">
                <a:latin typeface="Trebuchet MS"/>
                <a:cs typeface="Trebuchet MS"/>
              </a:rPr>
              <a:t>and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225" dirty="0">
                <a:latin typeface="Trebuchet MS"/>
                <a:cs typeface="Trebuchet MS"/>
              </a:rPr>
              <a:t>deployment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55" dirty="0">
                <a:latin typeface="Trebuchet MS"/>
                <a:cs typeface="Trebuchet MS"/>
              </a:rPr>
              <a:t>in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85" dirty="0">
                <a:latin typeface="Trebuchet MS"/>
                <a:cs typeface="Trebuchet MS"/>
              </a:rPr>
              <a:t>real</a:t>
            </a:r>
            <a:r>
              <a:rPr sz="2600" b="0" spc="240" dirty="0">
                <a:latin typeface="Trebuchet MS"/>
                <a:cs typeface="Trebuchet MS"/>
              </a:rPr>
              <a:t> </a:t>
            </a:r>
            <a:r>
              <a:rPr sz="2600" b="0" spc="140" dirty="0">
                <a:latin typeface="Trebuchet MS"/>
                <a:cs typeface="Trebuchet MS"/>
              </a:rPr>
              <a:t>office </a:t>
            </a:r>
            <a:r>
              <a:rPr sz="2600" b="0" spc="200" dirty="0">
                <a:latin typeface="Trebuchet MS"/>
                <a:cs typeface="Trebuchet MS"/>
              </a:rPr>
              <a:t>environments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9551537"/>
            <a:ext cx="18272125" cy="735965"/>
            <a:chOff x="0" y="9551537"/>
            <a:chExt cx="18272125" cy="735965"/>
          </a:xfrm>
        </p:grpSpPr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0" y="9551537"/>
              <a:ext cx="3771899" cy="73439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7122" y="9723311"/>
              <a:ext cx="18244820" cy="563880"/>
            </a:xfrm>
            <a:custGeom>
              <a:avLst/>
              <a:gdLst/>
              <a:ahLst/>
              <a:cxnLst/>
              <a:rect l="l" t="t" r="r" b="b"/>
              <a:pathLst>
                <a:path w="18244820" h="563879">
                  <a:moveTo>
                    <a:pt x="18244787" y="563687"/>
                  </a:moveTo>
                  <a:lnTo>
                    <a:pt x="0" y="563687"/>
                  </a:lnTo>
                  <a:lnTo>
                    <a:pt x="11450787" y="0"/>
                  </a:lnTo>
                  <a:lnTo>
                    <a:pt x="18244787" y="563687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marR="5080">
              <a:lnSpc>
                <a:spcPts val="8059"/>
              </a:lnSpc>
              <a:spcBef>
                <a:spcPts val="685"/>
              </a:spcBef>
            </a:pPr>
            <a:r>
              <a:rPr sz="7100" b="1" spc="595" dirty="0">
                <a:solidFill>
                  <a:srgbClr val="1B2020"/>
                </a:solidFill>
                <a:latin typeface="Trebuchet MS"/>
                <a:cs typeface="Trebuchet MS"/>
              </a:rPr>
              <a:t>Design</a:t>
            </a:r>
            <a:r>
              <a:rPr sz="7100" b="1" spc="-62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7100" b="1" spc="270" dirty="0">
                <a:solidFill>
                  <a:srgbClr val="1B2020"/>
                </a:solidFill>
                <a:latin typeface="Trebuchet MS"/>
                <a:cs typeface="Trebuchet MS"/>
              </a:rPr>
              <a:t>Excellence</a:t>
            </a:r>
            <a:r>
              <a:rPr sz="7100" b="1" spc="-62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7100" b="1" spc="200" dirty="0">
                <a:solidFill>
                  <a:srgbClr val="1B2020"/>
                </a:solidFill>
                <a:latin typeface="Trebuchet MS"/>
                <a:cs typeface="Trebuchet MS"/>
              </a:rPr>
              <a:t>of</a:t>
            </a:r>
            <a:r>
              <a:rPr sz="7100" b="1" spc="-62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7100" b="1" spc="295" dirty="0">
                <a:solidFill>
                  <a:srgbClr val="1B2020"/>
                </a:solidFill>
                <a:latin typeface="Trebuchet MS"/>
                <a:cs typeface="Trebuchet MS"/>
              </a:rPr>
              <a:t>the</a:t>
            </a:r>
            <a:r>
              <a:rPr sz="7100" b="1" spc="-62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7100" b="1" spc="350" dirty="0">
                <a:solidFill>
                  <a:srgbClr val="1B2020"/>
                </a:solidFill>
                <a:latin typeface="Trebuchet MS"/>
                <a:cs typeface="Trebuchet MS"/>
              </a:rPr>
              <a:t>Overall </a:t>
            </a:r>
            <a:r>
              <a:rPr sz="7100" b="1" spc="345" dirty="0">
                <a:solidFill>
                  <a:srgbClr val="1B2020"/>
                </a:solidFill>
                <a:latin typeface="Trebuchet MS"/>
                <a:cs typeface="Trebuchet MS"/>
              </a:rPr>
              <a:t>Solution</a:t>
            </a:r>
            <a:endParaRPr sz="71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7745321" y="9840912"/>
            <a:ext cx="212725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5" dirty="0">
                <a:latin typeface="Verdana"/>
                <a:cs typeface="Verdana"/>
              </a:rPr>
              <a:t>5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AAD6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364569" y="1095375"/>
            <a:ext cx="2837180" cy="12585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3229"/>
              </a:lnSpc>
              <a:spcBef>
                <a:spcPts val="114"/>
              </a:spcBef>
            </a:pPr>
            <a:r>
              <a:rPr sz="2700" spc="-210" dirty="0">
                <a:solidFill>
                  <a:srgbClr val="FFFFFF"/>
                </a:solidFill>
                <a:latin typeface="Verdana"/>
                <a:cs typeface="Verdana"/>
              </a:rPr>
              <a:t>Student</a:t>
            </a:r>
            <a:r>
              <a:rPr sz="2700" spc="-4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00" dirty="0">
                <a:solidFill>
                  <a:srgbClr val="FFFFFF"/>
                </a:solidFill>
                <a:latin typeface="Verdana"/>
                <a:cs typeface="Verdana"/>
              </a:rPr>
              <a:t>Must</a:t>
            </a:r>
            <a:r>
              <a:rPr sz="2700" spc="-4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29" dirty="0">
                <a:solidFill>
                  <a:srgbClr val="FFFFFF"/>
                </a:solidFill>
                <a:latin typeface="Verdana"/>
                <a:cs typeface="Verdana"/>
              </a:rPr>
              <a:t>add</a:t>
            </a:r>
            <a:r>
              <a:rPr sz="2700" spc="-4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45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2700" spc="-165" dirty="0">
                <a:solidFill>
                  <a:srgbClr val="FFFFFF"/>
                </a:solidFill>
                <a:latin typeface="Verdana"/>
                <a:cs typeface="Verdana"/>
              </a:rPr>
              <a:t>professional</a:t>
            </a:r>
            <a:r>
              <a:rPr sz="2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85" dirty="0">
                <a:solidFill>
                  <a:srgbClr val="FFFFFF"/>
                </a:solidFill>
                <a:latin typeface="Verdana"/>
                <a:cs typeface="Verdana"/>
              </a:rPr>
              <a:t>photo </a:t>
            </a:r>
            <a:r>
              <a:rPr sz="2700" spc="-1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700" spc="-4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10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2700" spc="-4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0" dirty="0">
                <a:solidFill>
                  <a:srgbClr val="FFFFFF"/>
                </a:solidFill>
                <a:latin typeface="Verdana"/>
                <a:cs typeface="Verdana"/>
              </a:rPr>
              <a:t>cage</a:t>
            </a:r>
            <a:endParaRPr sz="27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78098" y="0"/>
            <a:ext cx="3009900" cy="346979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9559952"/>
            <a:ext cx="18288000" cy="727075"/>
            <a:chOff x="0" y="9559952"/>
            <a:chExt cx="18288000" cy="7270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559952"/>
              <a:ext cx="3771899" cy="72704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0015358"/>
              <a:ext cx="18288000" cy="271780"/>
            </a:xfrm>
            <a:custGeom>
              <a:avLst/>
              <a:gdLst/>
              <a:ahLst/>
              <a:cxnLst/>
              <a:rect l="l" t="t" r="r" b="b"/>
              <a:pathLst>
                <a:path w="18288000" h="271779">
                  <a:moveTo>
                    <a:pt x="18288000" y="271652"/>
                  </a:moveTo>
                  <a:lnTo>
                    <a:pt x="0" y="271652"/>
                  </a:lnTo>
                  <a:lnTo>
                    <a:pt x="7204900" y="0"/>
                  </a:lnTo>
                  <a:lnTo>
                    <a:pt x="18288000" y="271652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559952"/>
              <a:ext cx="3771899" cy="72704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36068" y="3594421"/>
            <a:ext cx="16680815" cy="2665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400"/>
              </a:lnSpc>
              <a:spcBef>
                <a:spcPts val="95"/>
              </a:spcBef>
            </a:pPr>
            <a:r>
              <a:rPr sz="5750" b="1" spc="-50" dirty="0">
                <a:solidFill>
                  <a:srgbClr val="29266D"/>
                </a:solidFill>
                <a:latin typeface="Arial"/>
                <a:cs typeface="Arial"/>
              </a:rPr>
              <a:t>THE</a:t>
            </a:r>
            <a:r>
              <a:rPr sz="5750" b="1" spc="-505" dirty="0">
                <a:solidFill>
                  <a:srgbClr val="29266D"/>
                </a:solidFill>
                <a:latin typeface="Arial"/>
                <a:cs typeface="Arial"/>
              </a:rPr>
              <a:t> </a:t>
            </a:r>
            <a:r>
              <a:rPr sz="5750" b="1" spc="-35" dirty="0">
                <a:solidFill>
                  <a:srgbClr val="29266D"/>
                </a:solidFill>
                <a:latin typeface="Arial"/>
                <a:cs typeface="Arial"/>
              </a:rPr>
              <a:t>AI-</a:t>
            </a:r>
            <a:r>
              <a:rPr sz="5750" b="1" spc="-110" dirty="0">
                <a:solidFill>
                  <a:srgbClr val="29266D"/>
                </a:solidFill>
                <a:latin typeface="Arial"/>
                <a:cs typeface="Arial"/>
              </a:rPr>
              <a:t>BASED</a:t>
            </a:r>
            <a:r>
              <a:rPr sz="5750" b="1" spc="-505" dirty="0">
                <a:solidFill>
                  <a:srgbClr val="29266D"/>
                </a:solidFill>
                <a:latin typeface="Arial"/>
                <a:cs typeface="Arial"/>
              </a:rPr>
              <a:t> </a:t>
            </a:r>
            <a:r>
              <a:rPr sz="5750" b="1" spc="-50" dirty="0">
                <a:solidFill>
                  <a:srgbClr val="29266D"/>
                </a:solidFill>
                <a:latin typeface="Arial"/>
                <a:cs typeface="Arial"/>
              </a:rPr>
              <a:t>SMART</a:t>
            </a:r>
            <a:r>
              <a:rPr sz="5750" b="1" spc="-505" dirty="0">
                <a:solidFill>
                  <a:srgbClr val="29266D"/>
                </a:solidFill>
                <a:latin typeface="Arial"/>
                <a:cs typeface="Arial"/>
              </a:rPr>
              <a:t> </a:t>
            </a:r>
            <a:r>
              <a:rPr sz="5750" b="1" spc="-70" dirty="0">
                <a:solidFill>
                  <a:srgbClr val="29266D"/>
                </a:solidFill>
                <a:latin typeface="Arial"/>
                <a:cs typeface="Arial"/>
              </a:rPr>
              <a:t>LIVE</a:t>
            </a:r>
            <a:r>
              <a:rPr sz="5750" b="1" spc="-500" dirty="0">
                <a:solidFill>
                  <a:srgbClr val="29266D"/>
                </a:solidFill>
                <a:latin typeface="Arial"/>
                <a:cs typeface="Arial"/>
              </a:rPr>
              <a:t> </a:t>
            </a:r>
            <a:r>
              <a:rPr sz="5750" b="1" spc="-90" dirty="0">
                <a:solidFill>
                  <a:srgbClr val="29266D"/>
                </a:solidFill>
                <a:latin typeface="Arial"/>
                <a:cs typeface="Arial"/>
              </a:rPr>
              <a:t>EMPLOYEE</a:t>
            </a:r>
            <a:r>
              <a:rPr sz="5750" b="1" spc="-505" dirty="0">
                <a:solidFill>
                  <a:srgbClr val="29266D"/>
                </a:solidFill>
                <a:latin typeface="Arial"/>
                <a:cs typeface="Arial"/>
              </a:rPr>
              <a:t> </a:t>
            </a:r>
            <a:r>
              <a:rPr sz="5750" b="1" spc="-10" dirty="0">
                <a:solidFill>
                  <a:srgbClr val="29266D"/>
                </a:solidFill>
                <a:latin typeface="Arial"/>
                <a:cs typeface="Arial"/>
              </a:rPr>
              <a:t>STRESS </a:t>
            </a:r>
            <a:r>
              <a:rPr sz="5750" b="1" spc="-40" dirty="0">
                <a:solidFill>
                  <a:srgbClr val="29266D"/>
                </a:solidFill>
                <a:latin typeface="Arial"/>
                <a:cs typeface="Arial"/>
              </a:rPr>
              <a:t>MANAGEMENT</a:t>
            </a:r>
            <a:r>
              <a:rPr sz="5750" b="1" spc="-430" dirty="0">
                <a:solidFill>
                  <a:srgbClr val="29266D"/>
                </a:solidFill>
                <a:latin typeface="Arial"/>
                <a:cs typeface="Arial"/>
              </a:rPr>
              <a:t> </a:t>
            </a:r>
            <a:r>
              <a:rPr sz="5750" b="1" spc="-65" dirty="0">
                <a:solidFill>
                  <a:srgbClr val="29266D"/>
                </a:solidFill>
                <a:latin typeface="Arial"/>
                <a:cs typeface="Arial"/>
              </a:rPr>
              <a:t>SYSTEM,SCHEDULING</a:t>
            </a:r>
            <a:r>
              <a:rPr sz="5750" b="1" spc="-430" dirty="0">
                <a:solidFill>
                  <a:srgbClr val="29266D"/>
                </a:solidFill>
                <a:latin typeface="Arial"/>
                <a:cs typeface="Arial"/>
              </a:rPr>
              <a:t> </a:t>
            </a:r>
            <a:r>
              <a:rPr sz="5750" b="1" spc="-50" dirty="0">
                <a:solidFill>
                  <a:srgbClr val="29266D"/>
                </a:solidFill>
                <a:latin typeface="Arial"/>
                <a:cs typeface="Arial"/>
              </a:rPr>
              <a:t>&amp; </a:t>
            </a:r>
            <a:r>
              <a:rPr sz="5750" b="1" spc="-10" dirty="0">
                <a:solidFill>
                  <a:srgbClr val="29266D"/>
                </a:solidFill>
                <a:latin typeface="Arial"/>
                <a:cs typeface="Arial"/>
              </a:rPr>
              <a:t>MONITORING</a:t>
            </a:r>
            <a:r>
              <a:rPr sz="5750" b="1" spc="-459" dirty="0">
                <a:solidFill>
                  <a:srgbClr val="29266D"/>
                </a:solidFill>
                <a:latin typeface="Arial"/>
                <a:cs typeface="Arial"/>
              </a:rPr>
              <a:t> </a:t>
            </a:r>
            <a:r>
              <a:rPr sz="5750" b="1" spc="-10" dirty="0">
                <a:solidFill>
                  <a:srgbClr val="29266D"/>
                </a:solidFill>
                <a:latin typeface="Arial"/>
                <a:cs typeface="Arial"/>
              </a:rPr>
              <a:t>SYSTEM</a:t>
            </a:r>
            <a:endParaRPr sz="57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5952" y="9788531"/>
            <a:ext cx="214630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5" dirty="0">
                <a:latin typeface="Verdana"/>
                <a:cs typeface="Verdana"/>
              </a:rPr>
              <a:t>IT22564672</a:t>
            </a:r>
            <a:r>
              <a:rPr sz="2700" spc="2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52164" y="9788531"/>
            <a:ext cx="3232785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365" dirty="0">
                <a:latin typeface="Verdana"/>
                <a:cs typeface="Verdana"/>
              </a:rPr>
              <a:t>M.A.H.S.THATHSARANI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54523" y="9788531"/>
            <a:ext cx="16764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5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92066" y="9788531"/>
            <a:ext cx="207391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29" dirty="0">
                <a:latin typeface="Verdana"/>
                <a:cs typeface="Verdana"/>
              </a:rPr>
              <a:t>25</a:t>
            </a:r>
            <a:r>
              <a:rPr sz="2700" spc="-4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50" dirty="0">
                <a:latin typeface="Verdana"/>
                <a:cs typeface="Verdana"/>
              </a:rPr>
              <a:t>26j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034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900" dirty="0"/>
              <a:t>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56451" y="7620306"/>
            <a:ext cx="12226925" cy="16757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260" dirty="0">
                <a:latin typeface="Verdana"/>
                <a:cs typeface="Verdana"/>
              </a:rPr>
              <a:t>IT22564672</a:t>
            </a:r>
            <a:r>
              <a:rPr sz="3300" spc="45" dirty="0">
                <a:latin typeface="Verdana"/>
                <a:cs typeface="Verdana"/>
              </a:rPr>
              <a:t> </a:t>
            </a:r>
            <a:r>
              <a:rPr sz="3300" spc="-135" dirty="0">
                <a:latin typeface="Verdana"/>
                <a:cs typeface="Verdana"/>
              </a:rPr>
              <a:t>|</a:t>
            </a:r>
            <a:r>
              <a:rPr sz="3300" spc="-535" dirty="0">
                <a:latin typeface="Verdana"/>
                <a:cs typeface="Verdana"/>
              </a:rPr>
              <a:t> </a:t>
            </a:r>
            <a:r>
              <a:rPr sz="3300" spc="-459" dirty="0">
                <a:latin typeface="Verdana"/>
                <a:cs typeface="Verdana"/>
              </a:rPr>
              <a:t>M.A.H.S.</a:t>
            </a:r>
            <a:r>
              <a:rPr sz="3300" spc="-535" dirty="0">
                <a:latin typeface="Verdana"/>
                <a:cs typeface="Verdana"/>
              </a:rPr>
              <a:t> </a:t>
            </a:r>
            <a:r>
              <a:rPr sz="3300" spc="-409" dirty="0">
                <a:latin typeface="Verdana"/>
                <a:cs typeface="Verdana"/>
              </a:rPr>
              <a:t>THATHSARANI</a:t>
            </a:r>
            <a:r>
              <a:rPr sz="3300" spc="-535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|</a:t>
            </a:r>
            <a:r>
              <a:rPr sz="3300" spc="85" dirty="0">
                <a:latin typeface="Verdana"/>
                <a:cs typeface="Verdana"/>
              </a:rPr>
              <a:t> </a:t>
            </a:r>
            <a:r>
              <a:rPr sz="3300" spc="-290" dirty="0">
                <a:latin typeface="Verdana"/>
                <a:cs typeface="Verdana"/>
              </a:rPr>
              <a:t>25</a:t>
            </a:r>
            <a:r>
              <a:rPr sz="3300" spc="-535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-</a:t>
            </a:r>
            <a:r>
              <a:rPr sz="3300" spc="-535" dirty="0">
                <a:latin typeface="Verdana"/>
                <a:cs typeface="Verdana"/>
              </a:rPr>
              <a:t> </a:t>
            </a:r>
            <a:r>
              <a:rPr sz="3300" spc="-175" dirty="0">
                <a:latin typeface="Verdana"/>
                <a:cs typeface="Verdana"/>
              </a:rPr>
              <a:t>26J</a:t>
            </a:r>
            <a:r>
              <a:rPr sz="3300" spc="-535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-</a:t>
            </a:r>
            <a:r>
              <a:rPr sz="3300" spc="-535" dirty="0">
                <a:latin typeface="Verdana"/>
                <a:cs typeface="Verdana"/>
              </a:rPr>
              <a:t> </a:t>
            </a:r>
            <a:r>
              <a:rPr sz="3300" spc="-25" dirty="0">
                <a:latin typeface="Verdana"/>
                <a:cs typeface="Verdana"/>
              </a:rPr>
              <a:t>034</a:t>
            </a:r>
            <a:endParaRPr sz="3300">
              <a:latin typeface="Verdana"/>
              <a:cs typeface="Verdana"/>
            </a:endParaRPr>
          </a:p>
          <a:p>
            <a:pPr marL="12700" marR="5080">
              <a:lnSpc>
                <a:spcPct val="115700"/>
              </a:lnSpc>
              <a:spcBef>
                <a:spcPts val="1530"/>
              </a:spcBef>
            </a:pPr>
            <a:r>
              <a:rPr sz="2700" spc="-345" dirty="0">
                <a:solidFill>
                  <a:srgbClr val="4D4D4D"/>
                </a:solidFill>
                <a:latin typeface="Verdana"/>
                <a:cs typeface="Verdana"/>
              </a:rPr>
              <a:t>BSc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20" dirty="0">
                <a:solidFill>
                  <a:srgbClr val="4D4D4D"/>
                </a:solidFill>
                <a:latin typeface="Verdana"/>
                <a:cs typeface="Verdana"/>
              </a:rPr>
              <a:t>(Hons)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40" dirty="0">
                <a:solidFill>
                  <a:srgbClr val="4D4D4D"/>
                </a:solidFill>
                <a:latin typeface="Verdana"/>
                <a:cs typeface="Verdana"/>
              </a:rPr>
              <a:t>Degree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05" dirty="0">
                <a:solidFill>
                  <a:srgbClr val="4D4D4D"/>
                </a:solidFill>
                <a:latin typeface="Verdana"/>
                <a:cs typeface="Verdana"/>
              </a:rPr>
              <a:t>in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85" dirty="0">
                <a:solidFill>
                  <a:srgbClr val="4D4D4D"/>
                </a:solidFill>
                <a:latin typeface="Verdana"/>
                <a:cs typeface="Verdana"/>
              </a:rPr>
              <a:t>Information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15" dirty="0">
                <a:solidFill>
                  <a:srgbClr val="4D4D4D"/>
                </a:solidFill>
                <a:latin typeface="Verdana"/>
                <a:cs typeface="Verdana"/>
              </a:rPr>
              <a:t>Technology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4D4D4D"/>
                </a:solidFill>
                <a:latin typeface="Verdana"/>
                <a:cs typeface="Verdana"/>
              </a:rPr>
              <a:t>specialization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05" dirty="0">
                <a:solidFill>
                  <a:srgbClr val="4D4D4D"/>
                </a:solidFill>
                <a:latin typeface="Verdana"/>
                <a:cs typeface="Verdana"/>
              </a:rPr>
              <a:t>in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35" dirty="0">
                <a:solidFill>
                  <a:srgbClr val="4D4D4D"/>
                </a:solidFill>
                <a:latin typeface="Verdana"/>
                <a:cs typeface="Verdana"/>
              </a:rPr>
              <a:t>Computer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80" dirty="0">
                <a:solidFill>
                  <a:srgbClr val="4D4D4D"/>
                </a:solidFill>
                <a:latin typeface="Verdana"/>
                <a:cs typeface="Verdana"/>
              </a:rPr>
              <a:t>System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365" dirty="0">
                <a:solidFill>
                  <a:srgbClr val="4D4D4D"/>
                </a:solidFill>
                <a:latin typeface="Verdana"/>
                <a:cs typeface="Verdana"/>
              </a:rPr>
              <a:t>&amp; </a:t>
            </a:r>
            <a:r>
              <a:rPr sz="2700" spc="-195" dirty="0">
                <a:solidFill>
                  <a:srgbClr val="4D4D4D"/>
                </a:solidFill>
                <a:latin typeface="Verdana"/>
                <a:cs typeface="Verdana"/>
              </a:rPr>
              <a:t>Network</a:t>
            </a:r>
            <a:r>
              <a:rPr sz="2700" spc="-40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80" dirty="0">
                <a:solidFill>
                  <a:srgbClr val="4D4D4D"/>
                </a:solidFill>
                <a:latin typeface="Verdana"/>
                <a:cs typeface="Verdana"/>
              </a:rPr>
              <a:t>Engineering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915" rIns="0" bIns="0" rtlCol="0">
            <a:spAutoFit/>
          </a:bodyPr>
          <a:lstStyle/>
          <a:p>
            <a:pPr marL="802640">
              <a:lnSpc>
                <a:spcPct val="100000"/>
              </a:lnSpc>
              <a:spcBef>
                <a:spcPts val="135"/>
              </a:spcBef>
            </a:pPr>
            <a:r>
              <a:rPr sz="7650" b="1" spc="560" dirty="0">
                <a:solidFill>
                  <a:srgbClr val="1B2020"/>
                </a:solidFill>
                <a:latin typeface="Trebuchet MS"/>
                <a:cs typeface="Trebuchet MS"/>
              </a:rPr>
              <a:t>knowledge</a:t>
            </a:r>
            <a:r>
              <a:rPr sz="7650" b="1" spc="-67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7650" b="1" spc="1075" dirty="0">
                <a:solidFill>
                  <a:srgbClr val="1B2020"/>
                </a:solidFill>
                <a:latin typeface="Trebuchet MS"/>
                <a:cs typeface="Trebuchet MS"/>
              </a:rPr>
              <a:t>gap</a:t>
            </a:r>
            <a:r>
              <a:rPr sz="7650" b="1" spc="-67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7650" b="1" spc="700" dirty="0">
                <a:solidFill>
                  <a:srgbClr val="1B2020"/>
                </a:solidFill>
                <a:latin typeface="Trebuchet MS"/>
                <a:cs typeface="Trebuchet MS"/>
              </a:rPr>
              <a:t>&amp;</a:t>
            </a:r>
            <a:r>
              <a:rPr sz="7650" b="1" spc="-67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7650" b="1" spc="475" dirty="0">
                <a:solidFill>
                  <a:srgbClr val="1B2020"/>
                </a:solidFill>
                <a:latin typeface="Trebuchet MS"/>
                <a:cs typeface="Trebuchet MS"/>
              </a:rPr>
              <a:t>solutions</a:t>
            </a:r>
            <a:endParaRPr sz="765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52351" y="2565620"/>
            <a:ext cx="15795625" cy="6221095"/>
            <a:chOff x="1452351" y="2565620"/>
            <a:chExt cx="15795625" cy="6221095"/>
          </a:xfrm>
        </p:grpSpPr>
        <p:sp>
          <p:nvSpPr>
            <p:cNvPr id="4" name="object 4"/>
            <p:cNvSpPr/>
            <p:nvPr/>
          </p:nvSpPr>
          <p:spPr>
            <a:xfrm>
              <a:off x="1452351" y="2565620"/>
              <a:ext cx="15795625" cy="6221095"/>
            </a:xfrm>
            <a:custGeom>
              <a:avLst/>
              <a:gdLst/>
              <a:ahLst/>
              <a:cxnLst/>
              <a:rect l="l" t="t" r="r" b="b"/>
              <a:pathLst>
                <a:path w="15795625" h="6221095">
                  <a:moveTo>
                    <a:pt x="15330697" y="6220819"/>
                  </a:moveTo>
                  <a:lnTo>
                    <a:pt x="476250" y="6220819"/>
                  </a:lnTo>
                  <a:lnTo>
                    <a:pt x="427556" y="6218360"/>
                  </a:lnTo>
                  <a:lnTo>
                    <a:pt x="380269" y="6211143"/>
                  </a:lnTo>
                  <a:lnTo>
                    <a:pt x="334627" y="6199408"/>
                  </a:lnTo>
                  <a:lnTo>
                    <a:pt x="290872" y="6183393"/>
                  </a:lnTo>
                  <a:lnTo>
                    <a:pt x="249240" y="6163338"/>
                  </a:lnTo>
                  <a:lnTo>
                    <a:pt x="209974" y="6139483"/>
                  </a:lnTo>
                  <a:lnTo>
                    <a:pt x="173310" y="6112066"/>
                  </a:lnTo>
                  <a:lnTo>
                    <a:pt x="139490" y="6081328"/>
                  </a:lnTo>
                  <a:lnTo>
                    <a:pt x="108752" y="6047508"/>
                  </a:lnTo>
                  <a:lnTo>
                    <a:pt x="81336" y="6010845"/>
                  </a:lnTo>
                  <a:lnTo>
                    <a:pt x="57480" y="5971578"/>
                  </a:lnTo>
                  <a:lnTo>
                    <a:pt x="37426" y="5929947"/>
                  </a:lnTo>
                  <a:lnTo>
                    <a:pt x="21411" y="5886191"/>
                  </a:lnTo>
                  <a:lnTo>
                    <a:pt x="9675" y="5840550"/>
                  </a:lnTo>
                  <a:lnTo>
                    <a:pt x="2458" y="5793263"/>
                  </a:lnTo>
                  <a:lnTo>
                    <a:pt x="0" y="5744569"/>
                  </a:lnTo>
                  <a:lnTo>
                    <a:pt x="0" y="476250"/>
                  </a:lnTo>
                  <a:lnTo>
                    <a:pt x="2458" y="427556"/>
                  </a:lnTo>
                  <a:lnTo>
                    <a:pt x="9675" y="380269"/>
                  </a:lnTo>
                  <a:lnTo>
                    <a:pt x="21411" y="334627"/>
                  </a:lnTo>
                  <a:lnTo>
                    <a:pt x="37426" y="290872"/>
                  </a:lnTo>
                  <a:lnTo>
                    <a:pt x="57480" y="249241"/>
                  </a:lnTo>
                  <a:lnTo>
                    <a:pt x="81336" y="209974"/>
                  </a:lnTo>
                  <a:lnTo>
                    <a:pt x="108752" y="173310"/>
                  </a:lnTo>
                  <a:lnTo>
                    <a:pt x="139490" y="139490"/>
                  </a:lnTo>
                  <a:lnTo>
                    <a:pt x="173310" y="108752"/>
                  </a:lnTo>
                  <a:lnTo>
                    <a:pt x="209974" y="81336"/>
                  </a:lnTo>
                  <a:lnTo>
                    <a:pt x="249240" y="57480"/>
                  </a:lnTo>
                  <a:lnTo>
                    <a:pt x="290872" y="37426"/>
                  </a:lnTo>
                  <a:lnTo>
                    <a:pt x="334627" y="21411"/>
                  </a:lnTo>
                  <a:lnTo>
                    <a:pt x="380269" y="9675"/>
                  </a:lnTo>
                  <a:lnTo>
                    <a:pt x="427556" y="2458"/>
                  </a:lnTo>
                  <a:lnTo>
                    <a:pt x="476250" y="0"/>
                  </a:lnTo>
                  <a:lnTo>
                    <a:pt x="15330697" y="0"/>
                  </a:lnTo>
                  <a:lnTo>
                    <a:pt x="15379391" y="2458"/>
                  </a:lnTo>
                  <a:lnTo>
                    <a:pt x="15426678" y="9675"/>
                  </a:lnTo>
                  <a:lnTo>
                    <a:pt x="15472320" y="21411"/>
                  </a:lnTo>
                  <a:lnTo>
                    <a:pt x="15516076" y="37426"/>
                  </a:lnTo>
                  <a:lnTo>
                    <a:pt x="15557707" y="57480"/>
                  </a:lnTo>
                  <a:lnTo>
                    <a:pt x="15596974" y="81336"/>
                  </a:lnTo>
                  <a:lnTo>
                    <a:pt x="15633637" y="108752"/>
                  </a:lnTo>
                  <a:lnTo>
                    <a:pt x="15667458" y="139490"/>
                  </a:lnTo>
                  <a:lnTo>
                    <a:pt x="15698196" y="173310"/>
                  </a:lnTo>
                  <a:lnTo>
                    <a:pt x="15725612" y="209974"/>
                  </a:lnTo>
                  <a:lnTo>
                    <a:pt x="15749468" y="249241"/>
                  </a:lnTo>
                  <a:lnTo>
                    <a:pt x="15769522" y="290872"/>
                  </a:lnTo>
                  <a:lnTo>
                    <a:pt x="15785537" y="334627"/>
                  </a:lnTo>
                  <a:lnTo>
                    <a:pt x="15795049" y="371619"/>
                  </a:lnTo>
                  <a:lnTo>
                    <a:pt x="15795049" y="5849199"/>
                  </a:lnTo>
                  <a:lnTo>
                    <a:pt x="15785537" y="5886191"/>
                  </a:lnTo>
                  <a:lnTo>
                    <a:pt x="15769522" y="5929947"/>
                  </a:lnTo>
                  <a:lnTo>
                    <a:pt x="15749468" y="5971578"/>
                  </a:lnTo>
                  <a:lnTo>
                    <a:pt x="15725612" y="6010845"/>
                  </a:lnTo>
                  <a:lnTo>
                    <a:pt x="15698196" y="6047508"/>
                  </a:lnTo>
                  <a:lnTo>
                    <a:pt x="15667458" y="6081328"/>
                  </a:lnTo>
                  <a:lnTo>
                    <a:pt x="15633637" y="6112066"/>
                  </a:lnTo>
                  <a:lnTo>
                    <a:pt x="15596974" y="6139483"/>
                  </a:lnTo>
                  <a:lnTo>
                    <a:pt x="15557707" y="6163338"/>
                  </a:lnTo>
                  <a:lnTo>
                    <a:pt x="15516076" y="6183393"/>
                  </a:lnTo>
                  <a:lnTo>
                    <a:pt x="15472320" y="6199408"/>
                  </a:lnTo>
                  <a:lnTo>
                    <a:pt x="15426678" y="6211143"/>
                  </a:lnTo>
                  <a:lnTo>
                    <a:pt x="15379391" y="6218360"/>
                  </a:lnTo>
                  <a:lnTo>
                    <a:pt x="15330697" y="6220819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9787" y="3719598"/>
              <a:ext cx="130630" cy="13063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9787" y="4242121"/>
              <a:ext cx="130630" cy="13063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9787" y="5809689"/>
              <a:ext cx="130630" cy="13063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9787" y="6332211"/>
              <a:ext cx="130630" cy="13063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9787" y="6854734"/>
              <a:ext cx="130630" cy="13063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551537"/>
            <a:ext cx="3771899" cy="73439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59967" rIns="0" bIns="0" rtlCol="0">
            <a:spAutoFit/>
          </a:bodyPr>
          <a:lstStyle/>
          <a:p>
            <a:pPr marL="882650">
              <a:lnSpc>
                <a:spcPct val="100000"/>
              </a:lnSpc>
              <a:spcBef>
                <a:spcPts val="495"/>
              </a:spcBef>
            </a:pPr>
            <a:r>
              <a:rPr spc="235" dirty="0"/>
              <a:t>Knowledge</a:t>
            </a:r>
            <a:r>
              <a:rPr spc="185" dirty="0"/>
              <a:t> </a:t>
            </a:r>
            <a:r>
              <a:rPr spc="305" dirty="0"/>
              <a:t>Gap</a:t>
            </a:r>
          </a:p>
          <a:p>
            <a:pPr marL="1433195">
              <a:lnSpc>
                <a:spcPct val="100000"/>
              </a:lnSpc>
              <a:spcBef>
                <a:spcPts val="395"/>
              </a:spcBef>
            </a:pPr>
            <a:r>
              <a:rPr b="0" spc="345" dirty="0">
                <a:latin typeface="Trebuchet MS"/>
                <a:cs typeface="Trebuchet MS"/>
              </a:rPr>
              <a:t>Most</a:t>
            </a:r>
            <a:r>
              <a:rPr b="0" spc="265" dirty="0">
                <a:latin typeface="Trebuchet MS"/>
                <a:cs typeface="Trebuchet MS"/>
              </a:rPr>
              <a:t> </a:t>
            </a:r>
            <a:r>
              <a:rPr b="0" spc="229" dirty="0">
                <a:latin typeface="Trebuchet MS"/>
                <a:cs typeface="Trebuchet MS"/>
              </a:rPr>
              <a:t>workplaces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235" dirty="0">
                <a:latin typeface="Trebuchet MS"/>
                <a:cs typeface="Trebuchet MS"/>
              </a:rPr>
              <a:t>cannot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260" dirty="0">
                <a:latin typeface="Trebuchet MS"/>
                <a:cs typeface="Trebuchet MS"/>
              </a:rPr>
              <a:t>see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285" dirty="0">
                <a:latin typeface="Trebuchet MS"/>
                <a:cs typeface="Trebuchet MS"/>
              </a:rPr>
              <a:t>stress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160" dirty="0">
                <a:latin typeface="Trebuchet MS"/>
                <a:cs typeface="Trebuchet MS"/>
              </a:rPr>
              <a:t>levels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50" dirty="0">
                <a:latin typeface="Trebuchet MS"/>
                <a:cs typeface="Trebuchet MS"/>
              </a:rPr>
              <a:t>in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85" dirty="0">
                <a:latin typeface="Trebuchet MS"/>
                <a:cs typeface="Trebuchet MS"/>
              </a:rPr>
              <a:t>real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40" dirty="0">
                <a:latin typeface="Trebuchet MS"/>
                <a:cs typeface="Trebuchet MS"/>
              </a:rPr>
              <a:t>time.</a:t>
            </a:r>
          </a:p>
          <a:p>
            <a:pPr marL="1433195" marR="154305">
              <a:lnSpc>
                <a:spcPct val="110600"/>
              </a:lnSpc>
            </a:pPr>
            <a:r>
              <a:rPr b="0" spc="300" dirty="0">
                <a:latin typeface="Trebuchet MS"/>
                <a:cs typeface="Trebuchet MS"/>
              </a:rPr>
              <a:t>High-</a:t>
            </a:r>
            <a:r>
              <a:rPr b="0" spc="285" dirty="0">
                <a:latin typeface="Trebuchet MS"/>
                <a:cs typeface="Trebuchet MS"/>
              </a:rPr>
              <a:t>stress</a:t>
            </a:r>
            <a:r>
              <a:rPr b="0" spc="275" dirty="0">
                <a:latin typeface="Trebuchet MS"/>
                <a:cs typeface="Trebuchet MS"/>
              </a:rPr>
              <a:t> employees</a:t>
            </a:r>
            <a:r>
              <a:rPr b="0" spc="280" dirty="0">
                <a:latin typeface="Trebuchet MS"/>
                <a:cs typeface="Trebuchet MS"/>
              </a:rPr>
              <a:t> </a:t>
            </a:r>
            <a:r>
              <a:rPr b="0" spc="204" dirty="0">
                <a:latin typeface="Trebuchet MS"/>
                <a:cs typeface="Trebuchet MS"/>
              </a:rPr>
              <a:t>perform</a:t>
            </a:r>
            <a:r>
              <a:rPr b="0" spc="275" dirty="0">
                <a:latin typeface="Trebuchet MS"/>
                <a:cs typeface="Trebuchet MS"/>
              </a:rPr>
              <a:t> </a:t>
            </a:r>
            <a:r>
              <a:rPr b="0" spc="130" dirty="0">
                <a:latin typeface="Trebuchet MS"/>
                <a:cs typeface="Trebuchet MS"/>
              </a:rPr>
              <a:t>poorly,</a:t>
            </a:r>
            <a:r>
              <a:rPr b="0" spc="280" dirty="0">
                <a:latin typeface="Trebuchet MS"/>
                <a:cs typeface="Trebuchet MS"/>
              </a:rPr>
              <a:t> </a:t>
            </a:r>
            <a:r>
              <a:rPr b="0" spc="190" dirty="0">
                <a:latin typeface="Trebuchet MS"/>
                <a:cs typeface="Trebuchet MS"/>
              </a:rPr>
              <a:t>low/normal-</a:t>
            </a:r>
            <a:r>
              <a:rPr b="0" spc="285" dirty="0">
                <a:latin typeface="Trebuchet MS"/>
                <a:cs typeface="Trebuchet MS"/>
              </a:rPr>
              <a:t>stress</a:t>
            </a:r>
            <a:r>
              <a:rPr b="0" spc="275" dirty="0">
                <a:latin typeface="Trebuchet MS"/>
                <a:cs typeface="Trebuchet MS"/>
              </a:rPr>
              <a:t> </a:t>
            </a:r>
            <a:r>
              <a:rPr b="0" spc="265" dirty="0">
                <a:latin typeface="Trebuchet MS"/>
                <a:cs typeface="Trebuchet MS"/>
              </a:rPr>
              <a:t>employees </a:t>
            </a:r>
            <a:r>
              <a:rPr b="0" spc="254" dirty="0">
                <a:latin typeface="Trebuchet MS"/>
                <a:cs typeface="Trebuchet MS"/>
              </a:rPr>
              <a:t>may</a:t>
            </a:r>
            <a:r>
              <a:rPr b="0" spc="260" dirty="0">
                <a:latin typeface="Trebuchet MS"/>
                <a:cs typeface="Trebuchet MS"/>
              </a:rPr>
              <a:t> </a:t>
            </a:r>
            <a:r>
              <a:rPr b="0" spc="185" dirty="0">
                <a:latin typeface="Trebuchet MS"/>
                <a:cs typeface="Trebuchet MS"/>
              </a:rPr>
              <a:t>not</a:t>
            </a:r>
            <a:r>
              <a:rPr b="0" spc="265" dirty="0">
                <a:latin typeface="Trebuchet MS"/>
                <a:cs typeface="Trebuchet MS"/>
              </a:rPr>
              <a:t> </a:t>
            </a:r>
            <a:r>
              <a:rPr b="0" spc="185" dirty="0">
                <a:latin typeface="Trebuchet MS"/>
                <a:cs typeface="Trebuchet MS"/>
              </a:rPr>
              <a:t>get</a:t>
            </a:r>
            <a:r>
              <a:rPr b="0" spc="265" dirty="0">
                <a:latin typeface="Trebuchet MS"/>
                <a:cs typeface="Trebuchet MS"/>
              </a:rPr>
              <a:t> </a:t>
            </a:r>
            <a:r>
              <a:rPr b="0" spc="254" dirty="0">
                <a:latin typeface="Trebuchet MS"/>
                <a:cs typeface="Trebuchet MS"/>
              </a:rPr>
              <a:t>tasks</a:t>
            </a:r>
            <a:r>
              <a:rPr b="0" spc="260" dirty="0">
                <a:latin typeface="Trebuchet MS"/>
                <a:cs typeface="Trebuchet MS"/>
              </a:rPr>
              <a:t> </a:t>
            </a:r>
            <a:r>
              <a:rPr b="0" spc="140" dirty="0">
                <a:latin typeface="Trebuchet MS"/>
                <a:cs typeface="Trebuchet MS"/>
              </a:rPr>
              <a:t>properly.</a:t>
            </a:r>
          </a:p>
          <a:p>
            <a:pPr marL="765810">
              <a:lnSpc>
                <a:spcPct val="100000"/>
              </a:lnSpc>
              <a:spcBef>
                <a:spcPts val="395"/>
              </a:spcBef>
            </a:pPr>
            <a:r>
              <a:rPr spc="275" dirty="0"/>
              <a:t>Proposed</a:t>
            </a:r>
            <a:r>
              <a:rPr spc="170" dirty="0"/>
              <a:t> </a:t>
            </a:r>
            <a:r>
              <a:rPr spc="204" dirty="0"/>
              <a:t>Solution</a:t>
            </a:r>
          </a:p>
          <a:p>
            <a:pPr marL="1433195">
              <a:lnSpc>
                <a:spcPct val="100000"/>
              </a:lnSpc>
              <a:spcBef>
                <a:spcPts val="395"/>
              </a:spcBef>
            </a:pPr>
            <a:r>
              <a:rPr b="0" spc="240" dirty="0">
                <a:latin typeface="Trebuchet MS"/>
                <a:cs typeface="Trebuchet MS"/>
              </a:rPr>
              <a:t>No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229" dirty="0">
                <a:latin typeface="Trebuchet MS"/>
                <a:cs typeface="Trebuchet MS"/>
              </a:rPr>
              <a:t>real-</a:t>
            </a:r>
            <a:r>
              <a:rPr b="0" spc="150" dirty="0">
                <a:latin typeface="Trebuchet MS"/>
                <a:cs typeface="Trebuchet MS"/>
              </a:rPr>
              <a:t>time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200" dirty="0">
                <a:latin typeface="Trebuchet MS"/>
                <a:cs typeface="Trebuchet MS"/>
              </a:rPr>
              <a:t>monitoring</a:t>
            </a:r>
            <a:r>
              <a:rPr b="0" spc="275" dirty="0">
                <a:latin typeface="Trebuchet MS"/>
                <a:cs typeface="Trebuchet MS"/>
              </a:rPr>
              <a:t> </a:t>
            </a:r>
            <a:r>
              <a:rPr b="0" spc="440" dirty="0">
                <a:latin typeface="Trebuchet MS"/>
                <a:cs typeface="Trebuchet MS"/>
              </a:rPr>
              <a:t>-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170" dirty="0">
                <a:latin typeface="Trebuchet MS"/>
                <a:cs typeface="Trebuchet MS"/>
              </a:rPr>
              <a:t>AI/ML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305" dirty="0">
                <a:latin typeface="Trebuchet MS"/>
                <a:cs typeface="Trebuchet MS"/>
              </a:rPr>
              <a:t>based</a:t>
            </a:r>
            <a:r>
              <a:rPr b="0" spc="275" dirty="0">
                <a:latin typeface="Trebuchet MS"/>
                <a:cs typeface="Trebuchet MS"/>
              </a:rPr>
              <a:t> </a:t>
            </a:r>
            <a:r>
              <a:rPr b="0" spc="80" dirty="0">
                <a:latin typeface="Trebuchet MS"/>
                <a:cs typeface="Trebuchet MS"/>
              </a:rPr>
              <a:t>live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215" dirty="0">
                <a:latin typeface="Trebuchet MS"/>
                <a:cs typeface="Trebuchet MS"/>
              </a:rPr>
              <a:t>detection</a:t>
            </a:r>
          </a:p>
          <a:p>
            <a:pPr marL="1433195" marR="5080">
              <a:lnSpc>
                <a:spcPct val="110600"/>
              </a:lnSpc>
            </a:pPr>
            <a:r>
              <a:rPr b="0" spc="240" dirty="0">
                <a:latin typeface="Trebuchet MS"/>
                <a:cs typeface="Trebuchet MS"/>
              </a:rPr>
              <a:t>No</a:t>
            </a:r>
            <a:r>
              <a:rPr b="0" spc="260" dirty="0">
                <a:latin typeface="Trebuchet MS"/>
                <a:cs typeface="Trebuchet MS"/>
              </a:rPr>
              <a:t> </a:t>
            </a:r>
            <a:r>
              <a:rPr b="0" spc="215" dirty="0">
                <a:latin typeface="Trebuchet MS"/>
                <a:cs typeface="Trebuchet MS"/>
              </a:rPr>
              <a:t>automatic</a:t>
            </a:r>
            <a:r>
              <a:rPr b="0" spc="265" dirty="0">
                <a:latin typeface="Trebuchet MS"/>
                <a:cs typeface="Trebuchet MS"/>
              </a:rPr>
              <a:t> </a:t>
            </a:r>
            <a:r>
              <a:rPr b="0" spc="204" dirty="0">
                <a:latin typeface="Trebuchet MS"/>
                <a:cs typeface="Trebuchet MS"/>
              </a:rPr>
              <a:t>task</a:t>
            </a:r>
            <a:r>
              <a:rPr b="0" spc="265" dirty="0">
                <a:latin typeface="Trebuchet MS"/>
                <a:cs typeface="Trebuchet MS"/>
              </a:rPr>
              <a:t> </a:t>
            </a:r>
            <a:r>
              <a:rPr b="0" spc="260" dirty="0">
                <a:latin typeface="Trebuchet MS"/>
                <a:cs typeface="Trebuchet MS"/>
              </a:rPr>
              <a:t>assignment</a:t>
            </a:r>
            <a:r>
              <a:rPr b="0" spc="265" dirty="0">
                <a:latin typeface="Trebuchet MS"/>
                <a:cs typeface="Trebuchet MS"/>
              </a:rPr>
              <a:t> </a:t>
            </a:r>
            <a:r>
              <a:rPr b="0" spc="440" dirty="0">
                <a:latin typeface="Trebuchet MS"/>
                <a:cs typeface="Trebuchet MS"/>
              </a:rPr>
              <a:t>-</a:t>
            </a:r>
            <a:r>
              <a:rPr b="0" spc="260" dirty="0">
                <a:latin typeface="Trebuchet MS"/>
                <a:cs typeface="Trebuchet MS"/>
              </a:rPr>
              <a:t> </a:t>
            </a:r>
            <a:r>
              <a:rPr b="0" spc="225" dirty="0">
                <a:latin typeface="Trebuchet MS"/>
                <a:cs typeface="Trebuchet MS"/>
              </a:rPr>
              <a:t>Smart</a:t>
            </a:r>
            <a:r>
              <a:rPr b="0" spc="265" dirty="0">
                <a:latin typeface="Trebuchet MS"/>
                <a:cs typeface="Trebuchet MS"/>
              </a:rPr>
              <a:t> </a:t>
            </a:r>
            <a:r>
              <a:rPr b="0" spc="204" dirty="0">
                <a:latin typeface="Trebuchet MS"/>
                <a:cs typeface="Trebuchet MS"/>
              </a:rPr>
              <a:t>task</a:t>
            </a:r>
            <a:r>
              <a:rPr b="0" spc="265" dirty="0">
                <a:latin typeface="Trebuchet MS"/>
                <a:cs typeface="Trebuchet MS"/>
              </a:rPr>
              <a:t> </a:t>
            </a:r>
            <a:r>
              <a:rPr b="0" spc="170" dirty="0">
                <a:latin typeface="Trebuchet MS"/>
                <a:cs typeface="Trebuchet MS"/>
              </a:rPr>
              <a:t>allocation</a:t>
            </a:r>
            <a:r>
              <a:rPr b="0" spc="265" dirty="0">
                <a:latin typeface="Trebuchet MS"/>
                <a:cs typeface="Trebuchet MS"/>
              </a:rPr>
              <a:t> </a:t>
            </a:r>
            <a:r>
              <a:rPr b="0" spc="305" dirty="0">
                <a:latin typeface="Trebuchet MS"/>
                <a:cs typeface="Trebuchet MS"/>
              </a:rPr>
              <a:t>based</a:t>
            </a:r>
            <a:r>
              <a:rPr b="0" spc="265" dirty="0">
                <a:latin typeface="Trebuchet MS"/>
                <a:cs typeface="Trebuchet MS"/>
              </a:rPr>
              <a:t> </a:t>
            </a:r>
            <a:r>
              <a:rPr b="0" spc="204" dirty="0">
                <a:latin typeface="Trebuchet MS"/>
                <a:cs typeface="Trebuchet MS"/>
              </a:rPr>
              <a:t>on</a:t>
            </a:r>
            <a:r>
              <a:rPr b="0" spc="260" dirty="0">
                <a:latin typeface="Trebuchet MS"/>
                <a:cs typeface="Trebuchet MS"/>
              </a:rPr>
              <a:t> </a:t>
            </a:r>
            <a:r>
              <a:rPr b="0" spc="275" dirty="0">
                <a:latin typeface="Trebuchet MS"/>
                <a:cs typeface="Trebuchet MS"/>
              </a:rPr>
              <a:t>stress </a:t>
            </a:r>
            <a:r>
              <a:rPr b="0" spc="215" dirty="0">
                <a:latin typeface="Trebuchet MS"/>
                <a:cs typeface="Trebuchet MS"/>
              </a:rPr>
              <a:t>Manual</a:t>
            </a:r>
            <a:r>
              <a:rPr b="0" spc="265" dirty="0">
                <a:latin typeface="Trebuchet MS"/>
                <a:cs typeface="Trebuchet MS"/>
              </a:rPr>
              <a:t> </a:t>
            </a:r>
            <a:r>
              <a:rPr b="0" spc="229" dirty="0">
                <a:latin typeface="Trebuchet MS"/>
                <a:cs typeface="Trebuchet MS"/>
              </a:rPr>
              <a:t>reports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185" dirty="0">
                <a:latin typeface="Trebuchet MS"/>
                <a:cs typeface="Trebuchet MS"/>
              </a:rPr>
              <a:t>only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440" dirty="0">
                <a:latin typeface="Trebuchet MS"/>
                <a:cs typeface="Trebuchet MS"/>
              </a:rPr>
              <a:t>-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260" dirty="0">
                <a:latin typeface="Trebuchet MS"/>
                <a:cs typeface="Trebuchet MS"/>
              </a:rPr>
              <a:t>Automated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190" dirty="0">
                <a:latin typeface="Trebuchet MS"/>
                <a:cs typeface="Trebuchet MS"/>
              </a:rPr>
              <a:t>report</a:t>
            </a:r>
            <a:r>
              <a:rPr b="0" spc="270" dirty="0">
                <a:latin typeface="Trebuchet MS"/>
                <a:cs typeface="Trebuchet MS"/>
              </a:rPr>
              <a:t> </a:t>
            </a:r>
            <a:r>
              <a:rPr b="0" spc="190" dirty="0">
                <a:latin typeface="Trebuchet MS"/>
                <a:cs typeface="Trebuchet MS"/>
              </a:rPr>
              <a:t>generation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935952" y="9788531"/>
            <a:ext cx="214630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5" dirty="0">
                <a:latin typeface="Verdana"/>
                <a:cs typeface="Verdana"/>
              </a:rPr>
              <a:t>IT22564672</a:t>
            </a:r>
            <a:r>
              <a:rPr sz="2700" spc="2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2164" y="9788531"/>
            <a:ext cx="3232785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365" dirty="0">
                <a:latin typeface="Verdana"/>
                <a:cs typeface="Verdana"/>
              </a:rPr>
              <a:t>M.A.H.S.THATHSARANI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54523" y="9788531"/>
            <a:ext cx="16764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5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92066" y="9788531"/>
            <a:ext cx="207391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29" dirty="0">
                <a:latin typeface="Verdana"/>
                <a:cs typeface="Verdana"/>
              </a:rPr>
              <a:t>25</a:t>
            </a:r>
            <a:r>
              <a:rPr sz="2700" spc="-4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50" dirty="0">
                <a:latin typeface="Verdana"/>
                <a:cs typeface="Verdana"/>
              </a:rPr>
              <a:t>26j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034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900" dirty="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9512" rIns="0" bIns="0" rtlCol="0">
            <a:spAutoFit/>
          </a:bodyPr>
          <a:lstStyle/>
          <a:p>
            <a:pPr marL="4283710">
              <a:lnSpc>
                <a:spcPct val="100000"/>
              </a:lnSpc>
              <a:spcBef>
                <a:spcPts val="110"/>
              </a:spcBef>
            </a:pPr>
            <a:r>
              <a:rPr sz="6450" b="1" spc="310" dirty="0">
                <a:solidFill>
                  <a:srgbClr val="1B2020"/>
                </a:solidFill>
                <a:latin typeface="Trebuchet MS"/>
                <a:cs typeface="Trebuchet MS"/>
              </a:rPr>
              <a:t>APPLICATIONS</a:t>
            </a:r>
            <a:endParaRPr sz="64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" y="9570587"/>
            <a:ext cx="3771899" cy="71641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05000" y="1901018"/>
            <a:ext cx="14325600" cy="4775835"/>
            <a:chOff x="1905000" y="1901018"/>
            <a:chExt cx="14325600" cy="4775835"/>
          </a:xfrm>
        </p:grpSpPr>
        <p:sp>
          <p:nvSpPr>
            <p:cNvPr id="5" name="object 5"/>
            <p:cNvSpPr/>
            <p:nvPr/>
          </p:nvSpPr>
          <p:spPr>
            <a:xfrm>
              <a:off x="1905000" y="1901018"/>
              <a:ext cx="14325600" cy="4775835"/>
            </a:xfrm>
            <a:custGeom>
              <a:avLst/>
              <a:gdLst/>
              <a:ahLst/>
              <a:cxnLst/>
              <a:rect l="l" t="t" r="r" b="b"/>
              <a:pathLst>
                <a:path w="14325600" h="4775834">
                  <a:moveTo>
                    <a:pt x="13849350" y="4775662"/>
                  </a:moveTo>
                  <a:lnTo>
                    <a:pt x="476250" y="4775662"/>
                  </a:lnTo>
                  <a:lnTo>
                    <a:pt x="427556" y="4773203"/>
                  </a:lnTo>
                  <a:lnTo>
                    <a:pt x="380269" y="4765986"/>
                  </a:lnTo>
                  <a:lnTo>
                    <a:pt x="334627" y="4754251"/>
                  </a:lnTo>
                  <a:lnTo>
                    <a:pt x="290872" y="4738236"/>
                  </a:lnTo>
                  <a:lnTo>
                    <a:pt x="249240" y="4718181"/>
                  </a:lnTo>
                  <a:lnTo>
                    <a:pt x="209974" y="4694326"/>
                  </a:lnTo>
                  <a:lnTo>
                    <a:pt x="173310" y="4666910"/>
                  </a:lnTo>
                  <a:lnTo>
                    <a:pt x="139490" y="4636172"/>
                  </a:lnTo>
                  <a:lnTo>
                    <a:pt x="108752" y="4602352"/>
                  </a:lnTo>
                  <a:lnTo>
                    <a:pt x="81336" y="4565688"/>
                  </a:lnTo>
                  <a:lnTo>
                    <a:pt x="57480" y="4526421"/>
                  </a:lnTo>
                  <a:lnTo>
                    <a:pt x="37426" y="4484790"/>
                  </a:lnTo>
                  <a:lnTo>
                    <a:pt x="21411" y="4441035"/>
                  </a:lnTo>
                  <a:lnTo>
                    <a:pt x="9675" y="4395393"/>
                  </a:lnTo>
                  <a:lnTo>
                    <a:pt x="2458" y="4348106"/>
                  </a:lnTo>
                  <a:lnTo>
                    <a:pt x="0" y="4299412"/>
                  </a:lnTo>
                  <a:lnTo>
                    <a:pt x="0" y="476250"/>
                  </a:lnTo>
                  <a:lnTo>
                    <a:pt x="2458" y="427556"/>
                  </a:lnTo>
                  <a:lnTo>
                    <a:pt x="9675" y="380269"/>
                  </a:lnTo>
                  <a:lnTo>
                    <a:pt x="21411" y="334627"/>
                  </a:lnTo>
                  <a:lnTo>
                    <a:pt x="37426" y="290872"/>
                  </a:lnTo>
                  <a:lnTo>
                    <a:pt x="57480" y="249240"/>
                  </a:lnTo>
                  <a:lnTo>
                    <a:pt x="81336" y="209974"/>
                  </a:lnTo>
                  <a:lnTo>
                    <a:pt x="108752" y="173310"/>
                  </a:lnTo>
                  <a:lnTo>
                    <a:pt x="139490" y="139490"/>
                  </a:lnTo>
                  <a:lnTo>
                    <a:pt x="173310" y="108752"/>
                  </a:lnTo>
                  <a:lnTo>
                    <a:pt x="209974" y="81336"/>
                  </a:lnTo>
                  <a:lnTo>
                    <a:pt x="249240" y="57480"/>
                  </a:lnTo>
                  <a:lnTo>
                    <a:pt x="290872" y="37426"/>
                  </a:lnTo>
                  <a:lnTo>
                    <a:pt x="334627" y="21411"/>
                  </a:lnTo>
                  <a:lnTo>
                    <a:pt x="380269" y="9675"/>
                  </a:lnTo>
                  <a:lnTo>
                    <a:pt x="427556" y="2458"/>
                  </a:lnTo>
                  <a:lnTo>
                    <a:pt x="476250" y="0"/>
                  </a:lnTo>
                  <a:lnTo>
                    <a:pt x="13849350" y="0"/>
                  </a:lnTo>
                  <a:lnTo>
                    <a:pt x="13898044" y="2458"/>
                  </a:lnTo>
                  <a:lnTo>
                    <a:pt x="13945331" y="9675"/>
                  </a:lnTo>
                  <a:lnTo>
                    <a:pt x="13990972" y="21411"/>
                  </a:lnTo>
                  <a:lnTo>
                    <a:pt x="14034728" y="37426"/>
                  </a:lnTo>
                  <a:lnTo>
                    <a:pt x="14076359" y="57480"/>
                  </a:lnTo>
                  <a:lnTo>
                    <a:pt x="14115626" y="81336"/>
                  </a:lnTo>
                  <a:lnTo>
                    <a:pt x="14152289" y="108752"/>
                  </a:lnTo>
                  <a:lnTo>
                    <a:pt x="14186109" y="139490"/>
                  </a:lnTo>
                  <a:lnTo>
                    <a:pt x="14216847" y="173310"/>
                  </a:lnTo>
                  <a:lnTo>
                    <a:pt x="14244264" y="209974"/>
                  </a:lnTo>
                  <a:lnTo>
                    <a:pt x="14268119" y="249240"/>
                  </a:lnTo>
                  <a:lnTo>
                    <a:pt x="14288174" y="290872"/>
                  </a:lnTo>
                  <a:lnTo>
                    <a:pt x="14304189" y="334627"/>
                  </a:lnTo>
                  <a:lnTo>
                    <a:pt x="14315924" y="380269"/>
                  </a:lnTo>
                  <a:lnTo>
                    <a:pt x="14323141" y="427556"/>
                  </a:lnTo>
                  <a:lnTo>
                    <a:pt x="14325600" y="476250"/>
                  </a:lnTo>
                  <a:lnTo>
                    <a:pt x="14325600" y="4299412"/>
                  </a:lnTo>
                  <a:lnTo>
                    <a:pt x="14323141" y="4348106"/>
                  </a:lnTo>
                  <a:lnTo>
                    <a:pt x="14315924" y="4395393"/>
                  </a:lnTo>
                  <a:lnTo>
                    <a:pt x="14304189" y="4441035"/>
                  </a:lnTo>
                  <a:lnTo>
                    <a:pt x="14288174" y="4484790"/>
                  </a:lnTo>
                  <a:lnTo>
                    <a:pt x="14268119" y="4526421"/>
                  </a:lnTo>
                  <a:lnTo>
                    <a:pt x="14244264" y="4565688"/>
                  </a:lnTo>
                  <a:lnTo>
                    <a:pt x="14216847" y="4602352"/>
                  </a:lnTo>
                  <a:lnTo>
                    <a:pt x="14186109" y="4636172"/>
                  </a:lnTo>
                  <a:lnTo>
                    <a:pt x="14152289" y="4666910"/>
                  </a:lnTo>
                  <a:lnTo>
                    <a:pt x="14115626" y="4694326"/>
                  </a:lnTo>
                  <a:lnTo>
                    <a:pt x="14076359" y="4718181"/>
                  </a:lnTo>
                  <a:lnTo>
                    <a:pt x="14034728" y="4738236"/>
                  </a:lnTo>
                  <a:lnTo>
                    <a:pt x="13990972" y="4754251"/>
                  </a:lnTo>
                  <a:lnTo>
                    <a:pt x="13945331" y="4765986"/>
                  </a:lnTo>
                  <a:lnTo>
                    <a:pt x="13898044" y="4773203"/>
                  </a:lnTo>
                  <a:lnTo>
                    <a:pt x="13849350" y="4775662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6949" y="2943225"/>
              <a:ext cx="133350" cy="1333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6949" y="4010024"/>
              <a:ext cx="133350" cy="1333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6949" y="5076824"/>
              <a:ext cx="133350" cy="1333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6949" y="5610224"/>
              <a:ext cx="133350" cy="1333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573634" y="2667787"/>
            <a:ext cx="12842875" cy="3759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3150" spc="265" dirty="0">
                <a:latin typeface="Trebuchet MS"/>
                <a:cs typeface="Trebuchet MS"/>
              </a:rPr>
              <a:t>Machine</a:t>
            </a:r>
            <a:r>
              <a:rPr sz="3150" spc="270" dirty="0">
                <a:latin typeface="Trebuchet MS"/>
                <a:cs typeface="Trebuchet MS"/>
              </a:rPr>
              <a:t> </a:t>
            </a:r>
            <a:r>
              <a:rPr sz="3150" spc="185" dirty="0">
                <a:latin typeface="Trebuchet MS"/>
                <a:cs typeface="Trebuchet MS"/>
              </a:rPr>
              <a:t>Learning</a:t>
            </a:r>
            <a:r>
              <a:rPr sz="3150" spc="275" dirty="0">
                <a:latin typeface="Trebuchet MS"/>
                <a:cs typeface="Trebuchet MS"/>
              </a:rPr>
              <a:t> models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110" dirty="0">
                <a:latin typeface="Trebuchet MS"/>
                <a:cs typeface="Trebuchet MS"/>
              </a:rPr>
              <a:t>for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210" dirty="0">
                <a:latin typeface="Trebuchet MS"/>
                <a:cs typeface="Trebuchet MS"/>
              </a:rPr>
              <a:t>classification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75" dirty="0">
                <a:latin typeface="Trebuchet MS"/>
                <a:cs typeface="Trebuchet MS"/>
              </a:rPr>
              <a:t>(Low,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110" dirty="0">
                <a:latin typeface="Trebuchet MS"/>
                <a:cs typeface="Trebuchet MS"/>
              </a:rPr>
              <a:t>Normal,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150" dirty="0">
                <a:latin typeface="Trebuchet MS"/>
                <a:cs typeface="Trebuchet MS"/>
              </a:rPr>
              <a:t>High </a:t>
            </a:r>
            <a:r>
              <a:rPr sz="3150" spc="185" dirty="0">
                <a:latin typeface="Trebuchet MS"/>
                <a:cs typeface="Trebuchet MS"/>
              </a:rPr>
              <a:t>stress).</a:t>
            </a:r>
            <a:endParaRPr sz="3150">
              <a:latin typeface="Trebuchet MS"/>
              <a:cs typeface="Trebuchet MS"/>
            </a:endParaRPr>
          </a:p>
          <a:p>
            <a:pPr marL="12700" marR="570865">
              <a:lnSpc>
                <a:spcPct val="111100"/>
              </a:lnSpc>
            </a:pPr>
            <a:r>
              <a:rPr sz="3150" spc="370" dirty="0">
                <a:latin typeface="Trebuchet MS"/>
                <a:cs typeface="Trebuchet MS"/>
              </a:rPr>
              <a:t>OpenCV</a:t>
            </a:r>
            <a:r>
              <a:rPr sz="3150" spc="265" dirty="0">
                <a:latin typeface="Trebuchet MS"/>
                <a:cs typeface="Trebuchet MS"/>
              </a:rPr>
              <a:t> </a:t>
            </a:r>
            <a:r>
              <a:rPr sz="3150" spc="-430" dirty="0">
                <a:latin typeface="Trebuchet MS"/>
                <a:cs typeface="Trebuchet MS"/>
              </a:rPr>
              <a:t>/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285" dirty="0">
                <a:latin typeface="Trebuchet MS"/>
                <a:cs typeface="Trebuchet MS"/>
              </a:rPr>
              <a:t>Computer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29" dirty="0">
                <a:latin typeface="Trebuchet MS"/>
                <a:cs typeface="Trebuchet MS"/>
              </a:rPr>
              <a:t>Vision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155" dirty="0">
                <a:latin typeface="Trebuchet MS"/>
                <a:cs typeface="Trebuchet MS"/>
              </a:rPr>
              <a:t>libraries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110" dirty="0">
                <a:latin typeface="Trebuchet MS"/>
                <a:cs typeface="Trebuchet MS"/>
              </a:rPr>
              <a:t>for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195" dirty="0">
                <a:latin typeface="Trebuchet MS"/>
                <a:cs typeface="Trebuchet MS"/>
              </a:rPr>
              <a:t>face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229" dirty="0">
                <a:latin typeface="Trebuchet MS"/>
                <a:cs typeface="Trebuchet MS"/>
              </a:rPr>
              <a:t>detection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210" dirty="0">
                <a:latin typeface="Trebuchet MS"/>
                <a:cs typeface="Trebuchet MS"/>
              </a:rPr>
              <a:t>and </a:t>
            </a:r>
            <a:r>
              <a:rPr sz="3150" spc="225" dirty="0">
                <a:latin typeface="Trebuchet MS"/>
                <a:cs typeface="Trebuchet MS"/>
              </a:rPr>
              <a:t>emotion</a:t>
            </a:r>
            <a:r>
              <a:rPr sz="3150" spc="285" dirty="0">
                <a:latin typeface="Trebuchet MS"/>
                <a:cs typeface="Trebuchet MS"/>
              </a:rPr>
              <a:t> </a:t>
            </a:r>
            <a:r>
              <a:rPr sz="3150" spc="155" dirty="0">
                <a:latin typeface="Trebuchet MS"/>
                <a:cs typeface="Trebuchet MS"/>
              </a:rPr>
              <a:t>recognition.</a:t>
            </a:r>
            <a:endParaRPr sz="3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3150" spc="360" dirty="0">
                <a:latin typeface="Trebuchet MS"/>
                <a:cs typeface="Trebuchet MS"/>
              </a:rPr>
              <a:t>Cloud-</a:t>
            </a:r>
            <a:r>
              <a:rPr sz="3150" spc="320" dirty="0">
                <a:latin typeface="Trebuchet MS"/>
                <a:cs typeface="Trebuchet MS"/>
              </a:rPr>
              <a:t>based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80" dirty="0">
                <a:latin typeface="Trebuchet MS"/>
                <a:cs typeface="Trebuchet MS"/>
              </a:rPr>
              <a:t>Database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860" dirty="0">
                <a:latin typeface="Trebuchet MS"/>
                <a:cs typeface="Trebuchet MS"/>
              </a:rPr>
              <a:t>–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25" dirty="0">
                <a:latin typeface="Trebuchet MS"/>
                <a:cs typeface="Trebuchet MS"/>
              </a:rPr>
              <a:t>store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90" dirty="0">
                <a:latin typeface="Trebuchet MS"/>
                <a:cs typeface="Trebuchet MS"/>
              </a:rPr>
              <a:t>stress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35" dirty="0">
                <a:latin typeface="Trebuchet MS"/>
                <a:cs typeface="Trebuchet MS"/>
              </a:rPr>
              <a:t>and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15" dirty="0">
                <a:latin typeface="Trebuchet MS"/>
                <a:cs typeface="Trebuchet MS"/>
              </a:rPr>
              <a:t>task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80" dirty="0">
                <a:latin typeface="Trebuchet MS"/>
                <a:cs typeface="Trebuchet MS"/>
              </a:rPr>
              <a:t>data.</a:t>
            </a:r>
            <a:endParaRPr sz="3150">
              <a:latin typeface="Trebuchet MS"/>
              <a:cs typeface="Trebuchet MS"/>
            </a:endParaRPr>
          </a:p>
          <a:p>
            <a:pPr marL="12700" marR="146685">
              <a:lnSpc>
                <a:spcPct val="111100"/>
              </a:lnSpc>
            </a:pPr>
            <a:r>
              <a:rPr sz="3150" spc="235" dirty="0">
                <a:latin typeface="Trebuchet MS"/>
                <a:cs typeface="Trebuchet MS"/>
              </a:rPr>
              <a:t>Smart</a:t>
            </a:r>
            <a:r>
              <a:rPr sz="3150" spc="260" dirty="0">
                <a:latin typeface="Trebuchet MS"/>
                <a:cs typeface="Trebuchet MS"/>
              </a:rPr>
              <a:t> </a:t>
            </a:r>
            <a:r>
              <a:rPr sz="3150" spc="300" dirty="0">
                <a:latin typeface="Trebuchet MS"/>
                <a:cs typeface="Trebuchet MS"/>
              </a:rPr>
              <a:t>Dashboard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860" dirty="0">
                <a:latin typeface="Trebuchet MS"/>
                <a:cs typeface="Trebuchet MS"/>
              </a:rPr>
              <a:t>–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160" dirty="0">
                <a:latin typeface="Trebuchet MS"/>
                <a:cs typeface="Trebuchet MS"/>
              </a:rPr>
              <a:t>visualize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90" dirty="0">
                <a:latin typeface="Trebuchet MS"/>
                <a:cs typeface="Trebuchet MS"/>
              </a:rPr>
              <a:t>stress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60" dirty="0">
                <a:latin typeface="Trebuchet MS"/>
                <a:cs typeface="Trebuchet MS"/>
              </a:rPr>
              <a:t>analyses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235" dirty="0">
                <a:latin typeface="Trebuchet MS"/>
                <a:cs typeface="Trebuchet MS"/>
              </a:rPr>
              <a:t>and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35" dirty="0">
                <a:latin typeface="Trebuchet MS"/>
                <a:cs typeface="Trebuchet MS"/>
              </a:rPr>
              <a:t>reports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10" dirty="0">
                <a:latin typeface="Trebuchet MS"/>
                <a:cs typeface="Trebuchet MS"/>
              </a:rPr>
              <a:t>and </a:t>
            </a:r>
            <a:r>
              <a:rPr sz="3150" spc="75" dirty="0">
                <a:latin typeface="Trebuchet MS"/>
                <a:cs typeface="Trebuchet MS"/>
              </a:rPr>
              <a:t>alerts.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5952" y="9788531"/>
            <a:ext cx="214630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5" dirty="0">
                <a:latin typeface="Verdana"/>
                <a:cs typeface="Verdana"/>
              </a:rPr>
              <a:t>IT22564672</a:t>
            </a:r>
            <a:r>
              <a:rPr sz="2700" spc="2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52164" y="9788531"/>
            <a:ext cx="3232785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365" dirty="0">
                <a:latin typeface="Verdana"/>
                <a:cs typeface="Verdana"/>
              </a:rPr>
              <a:t>M.A.H.S.THATHSARANI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54523" y="9788531"/>
            <a:ext cx="16764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5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92066" y="9788531"/>
            <a:ext cx="207391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29" dirty="0">
                <a:latin typeface="Verdana"/>
                <a:cs typeface="Verdana"/>
              </a:rPr>
              <a:t>25</a:t>
            </a:r>
            <a:r>
              <a:rPr sz="2700" spc="-4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50" dirty="0">
                <a:latin typeface="Verdana"/>
                <a:cs typeface="Verdana"/>
              </a:rPr>
              <a:t>26j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034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900" dirty="0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3907" rIns="0" bIns="0" rtlCol="0">
            <a:spAutoFit/>
          </a:bodyPr>
          <a:lstStyle/>
          <a:p>
            <a:pPr marL="5006340">
              <a:lnSpc>
                <a:spcPct val="100000"/>
              </a:lnSpc>
              <a:spcBef>
                <a:spcPts val="125"/>
              </a:spcBef>
            </a:pPr>
            <a:r>
              <a:rPr sz="8250" b="1" spc="350" dirty="0">
                <a:solidFill>
                  <a:srgbClr val="1B2020"/>
                </a:solidFill>
                <a:latin typeface="Trebuchet MS"/>
                <a:cs typeface="Trebuchet MS"/>
              </a:rPr>
              <a:t>METHOLOGY</a:t>
            </a:r>
            <a:endParaRPr sz="82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1537"/>
            <a:ext cx="3771899" cy="73439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535166" y="1901018"/>
            <a:ext cx="16217265" cy="6653530"/>
            <a:chOff x="1535166" y="1901018"/>
            <a:chExt cx="16217265" cy="6653530"/>
          </a:xfrm>
        </p:grpSpPr>
        <p:sp>
          <p:nvSpPr>
            <p:cNvPr id="5" name="object 5"/>
            <p:cNvSpPr/>
            <p:nvPr/>
          </p:nvSpPr>
          <p:spPr>
            <a:xfrm>
              <a:off x="1535166" y="1901018"/>
              <a:ext cx="16217265" cy="6653530"/>
            </a:xfrm>
            <a:custGeom>
              <a:avLst/>
              <a:gdLst/>
              <a:ahLst/>
              <a:cxnLst/>
              <a:rect l="l" t="t" r="r" b="b"/>
              <a:pathLst>
                <a:path w="16217265" h="6653530">
                  <a:moveTo>
                    <a:pt x="15746603" y="6653072"/>
                  </a:moveTo>
                  <a:lnTo>
                    <a:pt x="476249" y="6653072"/>
                  </a:lnTo>
                  <a:lnTo>
                    <a:pt x="427556" y="6650613"/>
                  </a:lnTo>
                  <a:lnTo>
                    <a:pt x="380268" y="6643396"/>
                  </a:lnTo>
                  <a:lnTo>
                    <a:pt x="334627" y="6631660"/>
                  </a:lnTo>
                  <a:lnTo>
                    <a:pt x="290872" y="6615646"/>
                  </a:lnTo>
                  <a:lnTo>
                    <a:pt x="249240" y="6595591"/>
                  </a:lnTo>
                  <a:lnTo>
                    <a:pt x="209974" y="6571736"/>
                  </a:lnTo>
                  <a:lnTo>
                    <a:pt x="173310" y="6544319"/>
                  </a:lnTo>
                  <a:lnTo>
                    <a:pt x="139490" y="6513581"/>
                  </a:lnTo>
                  <a:lnTo>
                    <a:pt x="108752" y="6479761"/>
                  </a:lnTo>
                  <a:lnTo>
                    <a:pt x="81336" y="6443098"/>
                  </a:lnTo>
                  <a:lnTo>
                    <a:pt x="57480" y="6403831"/>
                  </a:lnTo>
                  <a:lnTo>
                    <a:pt x="37426" y="6362200"/>
                  </a:lnTo>
                  <a:lnTo>
                    <a:pt x="21411" y="6318444"/>
                  </a:lnTo>
                  <a:lnTo>
                    <a:pt x="9675" y="6272803"/>
                  </a:lnTo>
                  <a:lnTo>
                    <a:pt x="2458" y="6225515"/>
                  </a:lnTo>
                  <a:lnTo>
                    <a:pt x="0" y="6176822"/>
                  </a:lnTo>
                  <a:lnTo>
                    <a:pt x="0" y="476250"/>
                  </a:lnTo>
                  <a:lnTo>
                    <a:pt x="2458" y="427556"/>
                  </a:lnTo>
                  <a:lnTo>
                    <a:pt x="9675" y="380269"/>
                  </a:lnTo>
                  <a:lnTo>
                    <a:pt x="21411" y="334627"/>
                  </a:lnTo>
                  <a:lnTo>
                    <a:pt x="37426" y="290872"/>
                  </a:lnTo>
                  <a:lnTo>
                    <a:pt x="57480" y="249240"/>
                  </a:lnTo>
                  <a:lnTo>
                    <a:pt x="81336" y="209974"/>
                  </a:lnTo>
                  <a:lnTo>
                    <a:pt x="108752" y="173310"/>
                  </a:lnTo>
                  <a:lnTo>
                    <a:pt x="139490" y="139490"/>
                  </a:lnTo>
                  <a:lnTo>
                    <a:pt x="173310" y="108752"/>
                  </a:lnTo>
                  <a:lnTo>
                    <a:pt x="209974" y="81336"/>
                  </a:lnTo>
                  <a:lnTo>
                    <a:pt x="249240" y="57480"/>
                  </a:lnTo>
                  <a:lnTo>
                    <a:pt x="290872" y="37426"/>
                  </a:lnTo>
                  <a:lnTo>
                    <a:pt x="334627" y="21411"/>
                  </a:lnTo>
                  <a:lnTo>
                    <a:pt x="380268" y="9675"/>
                  </a:lnTo>
                  <a:lnTo>
                    <a:pt x="427556" y="2458"/>
                  </a:lnTo>
                  <a:lnTo>
                    <a:pt x="476249" y="0"/>
                  </a:lnTo>
                  <a:lnTo>
                    <a:pt x="15746603" y="0"/>
                  </a:lnTo>
                  <a:lnTo>
                    <a:pt x="15795297" y="2458"/>
                  </a:lnTo>
                  <a:lnTo>
                    <a:pt x="15842585" y="9675"/>
                  </a:lnTo>
                  <a:lnTo>
                    <a:pt x="15888226" y="21411"/>
                  </a:lnTo>
                  <a:lnTo>
                    <a:pt x="15931982" y="37426"/>
                  </a:lnTo>
                  <a:lnTo>
                    <a:pt x="15973613" y="57480"/>
                  </a:lnTo>
                  <a:lnTo>
                    <a:pt x="16012880" y="81336"/>
                  </a:lnTo>
                  <a:lnTo>
                    <a:pt x="16049543" y="108752"/>
                  </a:lnTo>
                  <a:lnTo>
                    <a:pt x="16083363" y="139490"/>
                  </a:lnTo>
                  <a:lnTo>
                    <a:pt x="16114101" y="173310"/>
                  </a:lnTo>
                  <a:lnTo>
                    <a:pt x="16141518" y="209974"/>
                  </a:lnTo>
                  <a:lnTo>
                    <a:pt x="16165373" y="249240"/>
                  </a:lnTo>
                  <a:lnTo>
                    <a:pt x="16185427" y="290872"/>
                  </a:lnTo>
                  <a:lnTo>
                    <a:pt x="16201442" y="334627"/>
                  </a:lnTo>
                  <a:lnTo>
                    <a:pt x="16213178" y="380269"/>
                  </a:lnTo>
                  <a:lnTo>
                    <a:pt x="16216863" y="404413"/>
                  </a:lnTo>
                  <a:lnTo>
                    <a:pt x="16216863" y="6248658"/>
                  </a:lnTo>
                  <a:lnTo>
                    <a:pt x="16201442" y="6318444"/>
                  </a:lnTo>
                  <a:lnTo>
                    <a:pt x="16185427" y="6362200"/>
                  </a:lnTo>
                  <a:lnTo>
                    <a:pt x="16165373" y="6403831"/>
                  </a:lnTo>
                  <a:lnTo>
                    <a:pt x="16141518" y="6443098"/>
                  </a:lnTo>
                  <a:lnTo>
                    <a:pt x="16114101" y="6479761"/>
                  </a:lnTo>
                  <a:lnTo>
                    <a:pt x="16083363" y="6513581"/>
                  </a:lnTo>
                  <a:lnTo>
                    <a:pt x="16049543" y="6544319"/>
                  </a:lnTo>
                  <a:lnTo>
                    <a:pt x="16012880" y="6571736"/>
                  </a:lnTo>
                  <a:lnTo>
                    <a:pt x="15973613" y="6595591"/>
                  </a:lnTo>
                  <a:lnTo>
                    <a:pt x="15931982" y="6615646"/>
                  </a:lnTo>
                  <a:lnTo>
                    <a:pt x="15888226" y="6631660"/>
                  </a:lnTo>
                  <a:lnTo>
                    <a:pt x="15842585" y="6643396"/>
                  </a:lnTo>
                  <a:lnTo>
                    <a:pt x="15795297" y="6650613"/>
                  </a:lnTo>
                  <a:lnTo>
                    <a:pt x="15746603" y="6653072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6688" y="5076824"/>
              <a:ext cx="133350" cy="1333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6688" y="5610224"/>
              <a:ext cx="133350" cy="1333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6688" y="6143624"/>
              <a:ext cx="133350" cy="1333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6688" y="6677024"/>
              <a:ext cx="133350" cy="1333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6688" y="7210425"/>
              <a:ext cx="133350" cy="1333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772038" y="2134387"/>
            <a:ext cx="13088619" cy="535940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3150" b="1" spc="265" dirty="0">
                <a:latin typeface="Trebuchet MS"/>
                <a:cs typeface="Trebuchet MS"/>
              </a:rPr>
              <a:t>Specific</a:t>
            </a:r>
            <a:r>
              <a:rPr sz="3150" b="1" spc="190" dirty="0">
                <a:latin typeface="Trebuchet MS"/>
                <a:cs typeface="Trebuchet MS"/>
              </a:rPr>
              <a:t> Objectives</a:t>
            </a:r>
            <a:r>
              <a:rPr sz="3150" spc="190" dirty="0">
                <a:latin typeface="Trebuchet MS"/>
                <a:cs typeface="Trebuchet MS"/>
              </a:rPr>
              <a:t>:</a:t>
            </a:r>
            <a:endParaRPr sz="3150">
              <a:latin typeface="Trebuchet MS"/>
              <a:cs typeface="Trebuchet MS"/>
            </a:endParaRPr>
          </a:p>
          <a:p>
            <a:pPr marL="692785" indent="-36957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692785" algn="l"/>
              </a:tabLst>
            </a:pPr>
            <a:r>
              <a:rPr sz="3150" spc="245" dirty="0">
                <a:latin typeface="Trebuchet MS"/>
                <a:cs typeface="Trebuchet MS"/>
              </a:rPr>
              <a:t>Detect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254" dirty="0">
                <a:latin typeface="Trebuchet MS"/>
                <a:cs typeface="Trebuchet MS"/>
              </a:rPr>
              <a:t>employee</a:t>
            </a:r>
            <a:r>
              <a:rPr sz="3150" spc="285" dirty="0">
                <a:latin typeface="Trebuchet MS"/>
                <a:cs typeface="Trebuchet MS"/>
              </a:rPr>
              <a:t> </a:t>
            </a:r>
            <a:r>
              <a:rPr sz="3150" spc="290" dirty="0">
                <a:latin typeface="Trebuchet MS"/>
                <a:cs typeface="Trebuchet MS"/>
              </a:rPr>
              <a:t>stress</a:t>
            </a:r>
            <a:r>
              <a:rPr sz="3150" spc="29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(low,</a:t>
            </a:r>
            <a:r>
              <a:rPr sz="3150" spc="290" dirty="0">
                <a:latin typeface="Trebuchet MS"/>
                <a:cs typeface="Trebuchet MS"/>
              </a:rPr>
              <a:t> </a:t>
            </a:r>
            <a:r>
              <a:rPr sz="3150" spc="95" dirty="0">
                <a:latin typeface="Trebuchet MS"/>
                <a:cs typeface="Trebuchet MS"/>
              </a:rPr>
              <a:t>normal,</a:t>
            </a:r>
            <a:r>
              <a:rPr sz="3150" spc="290" dirty="0">
                <a:latin typeface="Trebuchet MS"/>
                <a:cs typeface="Trebuchet MS"/>
              </a:rPr>
              <a:t> </a:t>
            </a:r>
            <a:r>
              <a:rPr sz="3150" spc="175" dirty="0">
                <a:latin typeface="Trebuchet MS"/>
                <a:cs typeface="Trebuchet MS"/>
              </a:rPr>
              <a:t>high)</a:t>
            </a:r>
            <a:r>
              <a:rPr sz="3150" spc="290" dirty="0">
                <a:latin typeface="Trebuchet MS"/>
                <a:cs typeface="Trebuchet MS"/>
              </a:rPr>
              <a:t> </a:t>
            </a:r>
            <a:r>
              <a:rPr sz="3150" spc="235" dirty="0">
                <a:latin typeface="Trebuchet MS"/>
                <a:cs typeface="Trebuchet MS"/>
              </a:rPr>
              <a:t>using</a:t>
            </a:r>
            <a:r>
              <a:rPr sz="3150" spc="290" dirty="0">
                <a:latin typeface="Trebuchet MS"/>
                <a:cs typeface="Trebuchet MS"/>
              </a:rPr>
              <a:t> </a:t>
            </a:r>
            <a:r>
              <a:rPr sz="3150" spc="180" dirty="0">
                <a:latin typeface="Trebuchet MS"/>
                <a:cs typeface="Trebuchet MS"/>
              </a:rPr>
              <a:t>cameras.</a:t>
            </a:r>
            <a:endParaRPr sz="3150">
              <a:latin typeface="Trebuchet MS"/>
              <a:cs typeface="Trebuchet MS"/>
            </a:endParaRPr>
          </a:p>
          <a:p>
            <a:pPr marL="692785" indent="-39497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692785" algn="l"/>
              </a:tabLst>
            </a:pPr>
            <a:r>
              <a:rPr sz="3150" spc="300" dirty="0">
                <a:latin typeface="Trebuchet MS"/>
                <a:cs typeface="Trebuchet MS"/>
              </a:rPr>
              <a:t>Assign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65" dirty="0">
                <a:latin typeface="Trebuchet MS"/>
                <a:cs typeface="Trebuchet MS"/>
              </a:rPr>
              <a:t>tasks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320" dirty="0">
                <a:latin typeface="Trebuchet MS"/>
                <a:cs typeface="Trebuchet MS"/>
              </a:rPr>
              <a:t>based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10" dirty="0">
                <a:latin typeface="Trebuchet MS"/>
                <a:cs typeface="Trebuchet MS"/>
              </a:rPr>
              <a:t>on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290" dirty="0">
                <a:latin typeface="Trebuchet MS"/>
                <a:cs typeface="Trebuchet MS"/>
              </a:rPr>
              <a:t>stress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160" dirty="0">
                <a:latin typeface="Trebuchet MS"/>
                <a:cs typeface="Trebuchet MS"/>
              </a:rPr>
              <a:t>levels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110" dirty="0">
                <a:latin typeface="Trebuchet MS"/>
                <a:cs typeface="Trebuchet MS"/>
              </a:rPr>
              <a:t>for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185" dirty="0">
                <a:latin typeface="Trebuchet MS"/>
                <a:cs typeface="Trebuchet MS"/>
              </a:rPr>
              <a:t>better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180" dirty="0">
                <a:latin typeface="Trebuchet MS"/>
                <a:cs typeface="Trebuchet MS"/>
              </a:rPr>
              <a:t>performance.</a:t>
            </a:r>
            <a:endParaRPr sz="3150">
              <a:latin typeface="Trebuchet MS"/>
              <a:cs typeface="Trebuchet MS"/>
            </a:endParaRPr>
          </a:p>
          <a:p>
            <a:pPr marL="693420" indent="-401955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693420" algn="l"/>
              </a:tabLst>
            </a:pPr>
            <a:r>
              <a:rPr sz="3150" spc="204" dirty="0">
                <a:latin typeface="Trebuchet MS"/>
                <a:cs typeface="Trebuchet MS"/>
              </a:rPr>
              <a:t>Balance</a:t>
            </a:r>
            <a:r>
              <a:rPr sz="3150" spc="285" dirty="0">
                <a:latin typeface="Trebuchet MS"/>
                <a:cs typeface="Trebuchet MS"/>
              </a:rPr>
              <a:t> </a:t>
            </a:r>
            <a:r>
              <a:rPr sz="3150" spc="200" dirty="0">
                <a:latin typeface="Trebuchet MS"/>
                <a:cs typeface="Trebuchet MS"/>
              </a:rPr>
              <a:t>workload</a:t>
            </a:r>
            <a:r>
              <a:rPr sz="3150" spc="285" dirty="0">
                <a:latin typeface="Trebuchet MS"/>
                <a:cs typeface="Trebuchet MS"/>
              </a:rPr>
              <a:t> </a:t>
            </a:r>
            <a:r>
              <a:rPr sz="3150" spc="275" dirty="0">
                <a:latin typeface="Trebuchet MS"/>
                <a:cs typeface="Trebuchet MS"/>
              </a:rPr>
              <a:t>among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204" dirty="0">
                <a:latin typeface="Trebuchet MS"/>
                <a:cs typeface="Trebuchet MS"/>
              </a:rPr>
              <a:t>employees.</a:t>
            </a:r>
            <a:endParaRPr sz="3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3150" b="1" spc="434" dirty="0">
                <a:latin typeface="Trebuchet MS"/>
                <a:cs typeface="Trebuchet MS"/>
              </a:rPr>
              <a:t>Sub-</a:t>
            </a:r>
            <a:r>
              <a:rPr sz="3150" b="1" spc="190" dirty="0">
                <a:latin typeface="Trebuchet MS"/>
                <a:cs typeface="Trebuchet MS"/>
              </a:rPr>
              <a:t>Objectives</a:t>
            </a:r>
            <a:r>
              <a:rPr sz="3150" spc="190" dirty="0">
                <a:latin typeface="Trebuchet MS"/>
                <a:cs typeface="Trebuchet MS"/>
              </a:rPr>
              <a:t>:</a:t>
            </a:r>
            <a:endParaRPr sz="3150">
              <a:latin typeface="Trebuchet MS"/>
              <a:cs typeface="Trebuchet MS"/>
            </a:endParaRPr>
          </a:p>
          <a:p>
            <a:pPr marL="693420" marR="2042160">
              <a:lnSpc>
                <a:spcPct val="111100"/>
              </a:lnSpc>
              <a:spcBef>
                <a:spcPts val="5"/>
              </a:spcBef>
            </a:pPr>
            <a:r>
              <a:rPr sz="3150" spc="290" dirty="0">
                <a:latin typeface="Trebuchet MS"/>
                <a:cs typeface="Trebuchet MS"/>
              </a:rPr>
              <a:t>Preprocess</a:t>
            </a:r>
            <a:r>
              <a:rPr sz="3150" spc="270" dirty="0">
                <a:latin typeface="Trebuchet MS"/>
                <a:cs typeface="Trebuchet MS"/>
              </a:rPr>
              <a:t> </a:t>
            </a:r>
            <a:r>
              <a:rPr sz="3150" spc="235" dirty="0">
                <a:latin typeface="Trebuchet MS"/>
                <a:cs typeface="Trebuchet MS"/>
              </a:rPr>
              <a:t>and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175" dirty="0">
                <a:latin typeface="Trebuchet MS"/>
                <a:cs typeface="Trebuchet MS"/>
              </a:rPr>
              <a:t>analyze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10" dirty="0">
                <a:latin typeface="Trebuchet MS"/>
                <a:cs typeface="Trebuchet MS"/>
              </a:rPr>
              <a:t>data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110" dirty="0">
                <a:latin typeface="Trebuchet MS"/>
                <a:cs typeface="Trebuchet MS"/>
              </a:rPr>
              <a:t>for</a:t>
            </a:r>
            <a:r>
              <a:rPr sz="3150" spc="270" dirty="0">
                <a:latin typeface="Trebuchet MS"/>
                <a:cs typeface="Trebuchet MS"/>
              </a:rPr>
              <a:t> </a:t>
            </a:r>
            <a:r>
              <a:rPr sz="3150" spc="290" dirty="0">
                <a:latin typeface="Trebuchet MS"/>
                <a:cs typeface="Trebuchet MS"/>
              </a:rPr>
              <a:t>stress</a:t>
            </a:r>
            <a:r>
              <a:rPr sz="3150" spc="270" dirty="0">
                <a:latin typeface="Trebuchet MS"/>
                <a:cs typeface="Trebuchet MS"/>
              </a:rPr>
              <a:t> </a:t>
            </a:r>
            <a:r>
              <a:rPr sz="3150" spc="160" dirty="0">
                <a:latin typeface="Trebuchet MS"/>
                <a:cs typeface="Trebuchet MS"/>
              </a:rPr>
              <a:t>detection. </a:t>
            </a:r>
            <a:r>
              <a:rPr sz="3150" spc="105" dirty="0">
                <a:latin typeface="Trebuchet MS"/>
                <a:cs typeface="Trebuchet MS"/>
              </a:rPr>
              <a:t>Train</a:t>
            </a:r>
            <a:r>
              <a:rPr sz="3150" spc="270" dirty="0">
                <a:latin typeface="Trebuchet MS"/>
                <a:cs typeface="Trebuchet MS"/>
              </a:rPr>
              <a:t> </a:t>
            </a:r>
            <a:r>
              <a:rPr sz="3150" spc="325" dirty="0">
                <a:latin typeface="Trebuchet MS"/>
                <a:cs typeface="Trebuchet MS"/>
              </a:rPr>
              <a:t>ML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275" dirty="0">
                <a:latin typeface="Trebuchet MS"/>
                <a:cs typeface="Trebuchet MS"/>
              </a:rPr>
              <a:t>models</a:t>
            </a:r>
            <a:r>
              <a:rPr sz="3150" spc="285" dirty="0">
                <a:latin typeface="Trebuchet MS"/>
                <a:cs typeface="Trebuchet MS"/>
              </a:rPr>
              <a:t> </a:t>
            </a:r>
            <a:r>
              <a:rPr sz="3150" spc="110" dirty="0">
                <a:latin typeface="Trebuchet MS"/>
                <a:cs typeface="Trebuchet MS"/>
              </a:rPr>
              <a:t>for</a:t>
            </a:r>
            <a:r>
              <a:rPr sz="3150" spc="285" dirty="0">
                <a:latin typeface="Trebuchet MS"/>
                <a:cs typeface="Trebuchet MS"/>
              </a:rPr>
              <a:t> </a:t>
            </a:r>
            <a:r>
              <a:rPr sz="3150" spc="229" dirty="0">
                <a:latin typeface="Trebuchet MS"/>
                <a:cs typeface="Trebuchet MS"/>
              </a:rPr>
              <a:t>accurate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160" dirty="0">
                <a:latin typeface="Trebuchet MS"/>
                <a:cs typeface="Trebuchet MS"/>
              </a:rPr>
              <a:t>classification.</a:t>
            </a:r>
            <a:endParaRPr sz="3150">
              <a:latin typeface="Trebuchet MS"/>
              <a:cs typeface="Trebuchet MS"/>
            </a:endParaRPr>
          </a:p>
          <a:p>
            <a:pPr marL="693420">
              <a:lnSpc>
                <a:spcPct val="100000"/>
              </a:lnSpc>
              <a:spcBef>
                <a:spcPts val="420"/>
              </a:spcBef>
            </a:pPr>
            <a:r>
              <a:rPr sz="3150" spc="355" dirty="0">
                <a:latin typeface="Trebuchet MS"/>
                <a:cs typeface="Trebuchet MS"/>
              </a:rPr>
              <a:t>Map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90" dirty="0">
                <a:latin typeface="Trebuchet MS"/>
                <a:cs typeface="Trebuchet MS"/>
              </a:rPr>
              <a:t>stress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160" dirty="0">
                <a:latin typeface="Trebuchet MS"/>
                <a:cs typeface="Trebuchet MS"/>
              </a:rPr>
              <a:t>levels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155" dirty="0">
                <a:latin typeface="Trebuchet MS"/>
                <a:cs typeface="Trebuchet MS"/>
              </a:rPr>
              <a:t>to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265" dirty="0">
                <a:latin typeface="Trebuchet MS"/>
                <a:cs typeface="Trebuchet MS"/>
              </a:rPr>
              <a:t>tasks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165" dirty="0">
                <a:latin typeface="Trebuchet MS"/>
                <a:cs typeface="Trebuchet MS"/>
              </a:rPr>
              <a:t>dynamically.</a:t>
            </a:r>
            <a:endParaRPr sz="3150">
              <a:latin typeface="Trebuchet MS"/>
              <a:cs typeface="Trebuchet MS"/>
            </a:endParaRPr>
          </a:p>
          <a:p>
            <a:pPr marL="693420" marR="2170430">
              <a:lnSpc>
                <a:spcPct val="111100"/>
              </a:lnSpc>
            </a:pPr>
            <a:r>
              <a:rPr sz="3150" spc="235" dirty="0">
                <a:latin typeface="Trebuchet MS"/>
                <a:cs typeface="Trebuchet MS"/>
              </a:rPr>
              <a:t>Monitor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235" dirty="0">
                <a:latin typeface="Trebuchet MS"/>
                <a:cs typeface="Trebuchet MS"/>
              </a:rPr>
              <a:t>and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185" dirty="0">
                <a:latin typeface="Trebuchet MS"/>
                <a:cs typeface="Trebuchet MS"/>
              </a:rPr>
              <a:t>adjust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215" dirty="0">
                <a:latin typeface="Trebuchet MS"/>
                <a:cs typeface="Trebuchet MS"/>
              </a:rPr>
              <a:t>task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85" dirty="0">
                <a:latin typeface="Trebuchet MS"/>
                <a:cs typeface="Trebuchet MS"/>
              </a:rPr>
              <a:t>assignments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50" dirty="0">
                <a:latin typeface="Trebuchet MS"/>
                <a:cs typeface="Trebuchet MS"/>
              </a:rPr>
              <a:t>in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85" dirty="0">
                <a:latin typeface="Trebuchet MS"/>
                <a:cs typeface="Trebuchet MS"/>
              </a:rPr>
              <a:t>real</a:t>
            </a:r>
            <a:r>
              <a:rPr sz="3150" spc="280" dirty="0">
                <a:latin typeface="Trebuchet MS"/>
                <a:cs typeface="Trebuchet MS"/>
              </a:rPr>
              <a:t> </a:t>
            </a:r>
            <a:r>
              <a:rPr sz="3150" spc="40" dirty="0">
                <a:latin typeface="Trebuchet MS"/>
                <a:cs typeface="Trebuchet MS"/>
              </a:rPr>
              <a:t>time. </a:t>
            </a:r>
            <a:r>
              <a:rPr sz="3150" spc="229" dirty="0">
                <a:latin typeface="Trebuchet MS"/>
                <a:cs typeface="Trebuchet MS"/>
              </a:rPr>
              <a:t>Improve</a:t>
            </a:r>
            <a:r>
              <a:rPr sz="3150" spc="275" dirty="0">
                <a:latin typeface="Trebuchet MS"/>
                <a:cs typeface="Trebuchet MS"/>
              </a:rPr>
              <a:t> </a:t>
            </a:r>
            <a:r>
              <a:rPr sz="3150" spc="229" dirty="0">
                <a:latin typeface="Trebuchet MS"/>
                <a:cs typeface="Trebuchet MS"/>
              </a:rPr>
              <a:t>productivity</a:t>
            </a:r>
            <a:r>
              <a:rPr sz="3150" spc="285" dirty="0">
                <a:latin typeface="Trebuchet MS"/>
                <a:cs typeface="Trebuchet MS"/>
              </a:rPr>
              <a:t> </a:t>
            </a:r>
            <a:r>
              <a:rPr sz="3150" spc="235" dirty="0">
                <a:latin typeface="Trebuchet MS"/>
                <a:cs typeface="Trebuchet MS"/>
              </a:rPr>
              <a:t>and</a:t>
            </a:r>
            <a:r>
              <a:rPr sz="3150" spc="285" dirty="0">
                <a:latin typeface="Trebuchet MS"/>
                <a:cs typeface="Trebuchet MS"/>
              </a:rPr>
              <a:t> </a:t>
            </a:r>
            <a:r>
              <a:rPr sz="3150" spc="250" dirty="0">
                <a:latin typeface="Trebuchet MS"/>
                <a:cs typeface="Trebuchet MS"/>
              </a:rPr>
              <a:t>reduce</a:t>
            </a:r>
            <a:r>
              <a:rPr sz="3150" spc="285" dirty="0">
                <a:latin typeface="Trebuchet MS"/>
                <a:cs typeface="Trebuchet MS"/>
              </a:rPr>
              <a:t> </a:t>
            </a:r>
            <a:r>
              <a:rPr sz="3150" spc="140" dirty="0">
                <a:latin typeface="Trebuchet MS"/>
                <a:cs typeface="Trebuchet MS"/>
              </a:rPr>
              <a:t>burnout.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5952" y="9788531"/>
            <a:ext cx="214630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5" dirty="0">
                <a:latin typeface="Verdana"/>
                <a:cs typeface="Verdana"/>
              </a:rPr>
              <a:t>IT22564672</a:t>
            </a:r>
            <a:r>
              <a:rPr sz="2700" spc="2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2164" y="9788531"/>
            <a:ext cx="3232785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365" dirty="0">
                <a:latin typeface="Verdana"/>
                <a:cs typeface="Verdana"/>
              </a:rPr>
              <a:t>M.A.H.S.THATHSARANI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54523" y="9788531"/>
            <a:ext cx="16764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5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92066" y="9788531"/>
            <a:ext cx="207391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29" dirty="0">
                <a:latin typeface="Verdana"/>
                <a:cs typeface="Verdana"/>
              </a:rPr>
              <a:t>25</a:t>
            </a:r>
            <a:r>
              <a:rPr sz="2700" spc="-4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50" dirty="0">
                <a:latin typeface="Verdana"/>
                <a:cs typeface="Verdana"/>
              </a:rPr>
              <a:t>26j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034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900" dirty="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77590" y="331343"/>
            <a:ext cx="9296400" cy="1287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250" b="1" spc="320" dirty="0">
                <a:solidFill>
                  <a:srgbClr val="1B2020"/>
                </a:solidFill>
                <a:latin typeface="Trebuchet MS"/>
                <a:cs typeface="Trebuchet MS"/>
              </a:rPr>
              <a:t>IMPLEMENTATION</a:t>
            </a:r>
            <a:endParaRPr sz="82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1537"/>
            <a:ext cx="3771899" cy="73439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19993" y="1868548"/>
            <a:ext cx="14905990" cy="6513830"/>
            <a:chOff x="1219993" y="1868548"/>
            <a:chExt cx="14905990" cy="6513830"/>
          </a:xfrm>
        </p:grpSpPr>
        <p:sp>
          <p:nvSpPr>
            <p:cNvPr id="5" name="object 5"/>
            <p:cNvSpPr/>
            <p:nvPr/>
          </p:nvSpPr>
          <p:spPr>
            <a:xfrm>
              <a:off x="1219993" y="1868548"/>
              <a:ext cx="14905990" cy="6513830"/>
            </a:xfrm>
            <a:custGeom>
              <a:avLst/>
              <a:gdLst/>
              <a:ahLst/>
              <a:cxnLst/>
              <a:rect l="l" t="t" r="r" b="b"/>
              <a:pathLst>
                <a:path w="14905990" h="6513830">
                  <a:moveTo>
                    <a:pt x="14429547" y="6513459"/>
                  </a:moveTo>
                  <a:lnTo>
                    <a:pt x="476250" y="6513459"/>
                  </a:lnTo>
                  <a:lnTo>
                    <a:pt x="427556" y="6511000"/>
                  </a:lnTo>
                  <a:lnTo>
                    <a:pt x="380269" y="6503783"/>
                  </a:lnTo>
                  <a:lnTo>
                    <a:pt x="334627" y="6492047"/>
                  </a:lnTo>
                  <a:lnTo>
                    <a:pt x="290872" y="6476033"/>
                  </a:lnTo>
                  <a:lnTo>
                    <a:pt x="249240" y="6455978"/>
                  </a:lnTo>
                  <a:lnTo>
                    <a:pt x="209974" y="6432123"/>
                  </a:lnTo>
                  <a:lnTo>
                    <a:pt x="173310" y="6404706"/>
                  </a:lnTo>
                  <a:lnTo>
                    <a:pt x="139490" y="6373968"/>
                  </a:lnTo>
                  <a:lnTo>
                    <a:pt x="108752" y="6340148"/>
                  </a:lnTo>
                  <a:lnTo>
                    <a:pt x="81336" y="6303485"/>
                  </a:lnTo>
                  <a:lnTo>
                    <a:pt x="57480" y="6264218"/>
                  </a:lnTo>
                  <a:lnTo>
                    <a:pt x="37426" y="6222587"/>
                  </a:lnTo>
                  <a:lnTo>
                    <a:pt x="21411" y="6178831"/>
                  </a:lnTo>
                  <a:lnTo>
                    <a:pt x="9675" y="6133190"/>
                  </a:lnTo>
                  <a:lnTo>
                    <a:pt x="2458" y="6085902"/>
                  </a:lnTo>
                  <a:lnTo>
                    <a:pt x="0" y="6037209"/>
                  </a:lnTo>
                  <a:lnTo>
                    <a:pt x="0" y="476250"/>
                  </a:lnTo>
                  <a:lnTo>
                    <a:pt x="2458" y="427556"/>
                  </a:lnTo>
                  <a:lnTo>
                    <a:pt x="9675" y="380269"/>
                  </a:lnTo>
                  <a:lnTo>
                    <a:pt x="21411" y="334627"/>
                  </a:lnTo>
                  <a:lnTo>
                    <a:pt x="37426" y="290872"/>
                  </a:lnTo>
                  <a:lnTo>
                    <a:pt x="57480" y="249240"/>
                  </a:lnTo>
                  <a:lnTo>
                    <a:pt x="81336" y="209974"/>
                  </a:lnTo>
                  <a:lnTo>
                    <a:pt x="108752" y="173310"/>
                  </a:lnTo>
                  <a:lnTo>
                    <a:pt x="139490" y="139490"/>
                  </a:lnTo>
                  <a:lnTo>
                    <a:pt x="173310" y="108752"/>
                  </a:lnTo>
                  <a:lnTo>
                    <a:pt x="209974" y="81336"/>
                  </a:lnTo>
                  <a:lnTo>
                    <a:pt x="249240" y="57480"/>
                  </a:lnTo>
                  <a:lnTo>
                    <a:pt x="290872" y="37426"/>
                  </a:lnTo>
                  <a:lnTo>
                    <a:pt x="334627" y="21411"/>
                  </a:lnTo>
                  <a:lnTo>
                    <a:pt x="380269" y="9675"/>
                  </a:lnTo>
                  <a:lnTo>
                    <a:pt x="427556" y="2458"/>
                  </a:lnTo>
                  <a:lnTo>
                    <a:pt x="476250" y="0"/>
                  </a:lnTo>
                  <a:lnTo>
                    <a:pt x="14429547" y="0"/>
                  </a:lnTo>
                  <a:lnTo>
                    <a:pt x="14478240" y="2458"/>
                  </a:lnTo>
                  <a:lnTo>
                    <a:pt x="14525528" y="9675"/>
                  </a:lnTo>
                  <a:lnTo>
                    <a:pt x="14571169" y="21411"/>
                  </a:lnTo>
                  <a:lnTo>
                    <a:pt x="14614925" y="37426"/>
                  </a:lnTo>
                  <a:lnTo>
                    <a:pt x="14656556" y="57480"/>
                  </a:lnTo>
                  <a:lnTo>
                    <a:pt x="14695822" y="81336"/>
                  </a:lnTo>
                  <a:lnTo>
                    <a:pt x="14732486" y="108752"/>
                  </a:lnTo>
                  <a:lnTo>
                    <a:pt x="14766306" y="139490"/>
                  </a:lnTo>
                  <a:lnTo>
                    <a:pt x="14797044" y="173310"/>
                  </a:lnTo>
                  <a:lnTo>
                    <a:pt x="14824461" y="209974"/>
                  </a:lnTo>
                  <a:lnTo>
                    <a:pt x="14848316" y="249240"/>
                  </a:lnTo>
                  <a:lnTo>
                    <a:pt x="14868371" y="290872"/>
                  </a:lnTo>
                  <a:lnTo>
                    <a:pt x="14884385" y="334627"/>
                  </a:lnTo>
                  <a:lnTo>
                    <a:pt x="14896121" y="380269"/>
                  </a:lnTo>
                  <a:lnTo>
                    <a:pt x="14903338" y="427556"/>
                  </a:lnTo>
                  <a:lnTo>
                    <a:pt x="14905797" y="476250"/>
                  </a:lnTo>
                  <a:lnTo>
                    <a:pt x="14905797" y="6037209"/>
                  </a:lnTo>
                  <a:lnTo>
                    <a:pt x="14903338" y="6085902"/>
                  </a:lnTo>
                  <a:lnTo>
                    <a:pt x="14896121" y="6133190"/>
                  </a:lnTo>
                  <a:lnTo>
                    <a:pt x="14884385" y="6178831"/>
                  </a:lnTo>
                  <a:lnTo>
                    <a:pt x="14868371" y="6222587"/>
                  </a:lnTo>
                  <a:lnTo>
                    <a:pt x="14848316" y="6264218"/>
                  </a:lnTo>
                  <a:lnTo>
                    <a:pt x="14824461" y="6303485"/>
                  </a:lnTo>
                  <a:lnTo>
                    <a:pt x="14797044" y="6340148"/>
                  </a:lnTo>
                  <a:lnTo>
                    <a:pt x="14766306" y="6373968"/>
                  </a:lnTo>
                  <a:lnTo>
                    <a:pt x="14732486" y="6404706"/>
                  </a:lnTo>
                  <a:lnTo>
                    <a:pt x="14695822" y="6432123"/>
                  </a:lnTo>
                  <a:lnTo>
                    <a:pt x="14656556" y="6455978"/>
                  </a:lnTo>
                  <a:lnTo>
                    <a:pt x="14614925" y="6476033"/>
                  </a:lnTo>
                  <a:lnTo>
                    <a:pt x="14571169" y="6492047"/>
                  </a:lnTo>
                  <a:lnTo>
                    <a:pt x="14525528" y="6503783"/>
                  </a:lnTo>
                  <a:lnTo>
                    <a:pt x="14478240" y="6511000"/>
                  </a:lnTo>
                  <a:lnTo>
                    <a:pt x="14429547" y="6513459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1083" y="2763604"/>
              <a:ext cx="123825" cy="1238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1083" y="3277954"/>
              <a:ext cx="123825" cy="1238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1083" y="3792304"/>
              <a:ext cx="123825" cy="1238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1083" y="4306654"/>
              <a:ext cx="123825" cy="1238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1083" y="5849704"/>
              <a:ext cx="123825" cy="1238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1083" y="6364054"/>
              <a:ext cx="123825" cy="1238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1083" y="6878404"/>
              <a:ext cx="123825" cy="1238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1083" y="7392754"/>
              <a:ext cx="123825" cy="1238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1083" y="7907104"/>
              <a:ext cx="123825" cy="1238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535484" y="1980332"/>
            <a:ext cx="13503910" cy="61976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3000" b="1" spc="345" dirty="0">
                <a:latin typeface="Trebuchet MS"/>
                <a:cs typeface="Trebuchet MS"/>
              </a:rPr>
              <a:t>System</a:t>
            </a:r>
            <a:r>
              <a:rPr sz="3000" b="1" spc="204" dirty="0">
                <a:latin typeface="Trebuchet MS"/>
                <a:cs typeface="Trebuchet MS"/>
              </a:rPr>
              <a:t> </a:t>
            </a:r>
            <a:r>
              <a:rPr sz="3000" b="1" spc="215" dirty="0">
                <a:latin typeface="Trebuchet MS"/>
                <a:cs typeface="Trebuchet MS"/>
              </a:rPr>
              <a:t>Overview</a:t>
            </a:r>
            <a:r>
              <a:rPr sz="3000" b="1" spc="210" dirty="0">
                <a:latin typeface="Trebuchet MS"/>
                <a:cs typeface="Trebuchet MS"/>
              </a:rPr>
              <a:t> </a:t>
            </a:r>
            <a:r>
              <a:rPr sz="3000" b="1" spc="-425" dirty="0">
                <a:latin typeface="Trebuchet MS"/>
                <a:cs typeface="Trebuchet MS"/>
              </a:rPr>
              <a:t>:</a:t>
            </a:r>
            <a:endParaRPr sz="3000">
              <a:latin typeface="Trebuchet MS"/>
              <a:cs typeface="Trebuchet MS"/>
            </a:endParaRPr>
          </a:p>
          <a:p>
            <a:pPr marL="668020">
              <a:lnSpc>
                <a:spcPct val="100000"/>
              </a:lnSpc>
              <a:spcBef>
                <a:spcPts val="450"/>
              </a:spcBef>
            </a:pPr>
            <a:r>
              <a:rPr sz="3000" spc="270" dirty="0">
                <a:latin typeface="Trebuchet MS"/>
                <a:cs typeface="Trebuchet MS"/>
              </a:rPr>
              <a:t>Camera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270" dirty="0">
                <a:latin typeface="Trebuchet MS"/>
                <a:cs typeface="Trebuchet MS"/>
              </a:rPr>
              <a:t>captures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260" dirty="0">
                <a:latin typeface="Trebuchet MS"/>
                <a:cs typeface="Trebuchet MS"/>
              </a:rPr>
              <a:t>employee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130" dirty="0">
                <a:latin typeface="Trebuchet MS"/>
                <a:cs typeface="Trebuchet MS"/>
              </a:rPr>
              <a:t>facial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225" dirty="0">
                <a:latin typeface="Trebuchet MS"/>
                <a:cs typeface="Trebuchet MS"/>
              </a:rPr>
              <a:t>expressions.</a:t>
            </a:r>
            <a:endParaRPr sz="3000">
              <a:latin typeface="Trebuchet MS"/>
              <a:cs typeface="Trebuchet MS"/>
            </a:endParaRPr>
          </a:p>
          <a:p>
            <a:pPr marL="668020">
              <a:lnSpc>
                <a:spcPct val="100000"/>
              </a:lnSpc>
              <a:spcBef>
                <a:spcPts val="450"/>
              </a:spcBef>
            </a:pPr>
            <a:r>
              <a:rPr sz="3000" spc="204" dirty="0">
                <a:latin typeface="Trebuchet MS"/>
                <a:cs typeface="Trebuchet MS"/>
              </a:rPr>
              <a:t>Local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310" dirty="0">
                <a:latin typeface="Trebuchet MS"/>
                <a:cs typeface="Trebuchet MS"/>
              </a:rPr>
              <a:t>processor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225" dirty="0">
                <a:latin typeface="Trebuchet MS"/>
                <a:cs typeface="Trebuchet MS"/>
              </a:rPr>
              <a:t>extracts</a:t>
            </a:r>
            <a:r>
              <a:rPr sz="3000" spc="290" dirty="0">
                <a:latin typeface="Trebuchet MS"/>
                <a:cs typeface="Trebuchet MS"/>
              </a:rPr>
              <a:t> </a:t>
            </a:r>
            <a:r>
              <a:rPr sz="3000" spc="370" dirty="0">
                <a:latin typeface="Trebuchet MS"/>
                <a:cs typeface="Trebuchet MS"/>
              </a:rPr>
              <a:t>stress-</a:t>
            </a:r>
            <a:r>
              <a:rPr sz="3000" spc="170" dirty="0">
                <a:latin typeface="Trebuchet MS"/>
                <a:cs typeface="Trebuchet MS"/>
              </a:rPr>
              <a:t>related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135" dirty="0">
                <a:latin typeface="Trebuchet MS"/>
                <a:cs typeface="Trebuchet MS"/>
              </a:rPr>
              <a:t>features.</a:t>
            </a:r>
            <a:endParaRPr sz="3000">
              <a:latin typeface="Trebuchet MS"/>
              <a:cs typeface="Trebuchet MS"/>
            </a:endParaRPr>
          </a:p>
          <a:p>
            <a:pPr marL="668020">
              <a:lnSpc>
                <a:spcPct val="100000"/>
              </a:lnSpc>
              <a:spcBef>
                <a:spcPts val="450"/>
              </a:spcBef>
            </a:pPr>
            <a:r>
              <a:rPr sz="3000" spc="340" dirty="0">
                <a:latin typeface="Trebuchet MS"/>
                <a:cs typeface="Trebuchet MS"/>
              </a:rPr>
              <a:t>ML</a:t>
            </a:r>
            <a:r>
              <a:rPr sz="3000" spc="280" dirty="0">
                <a:latin typeface="Trebuchet MS"/>
                <a:cs typeface="Trebuchet MS"/>
              </a:rPr>
              <a:t> </a:t>
            </a:r>
            <a:r>
              <a:rPr sz="3000" spc="235" dirty="0">
                <a:latin typeface="Trebuchet MS"/>
                <a:cs typeface="Trebuchet MS"/>
              </a:rPr>
              <a:t>model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229" dirty="0">
                <a:latin typeface="Trebuchet MS"/>
                <a:cs typeface="Trebuchet MS"/>
              </a:rPr>
              <a:t>classifies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295" dirty="0">
                <a:latin typeface="Trebuchet MS"/>
                <a:cs typeface="Trebuchet MS"/>
              </a:rPr>
              <a:t>stress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105" dirty="0">
                <a:latin typeface="Trebuchet MS"/>
                <a:cs typeface="Trebuchet MS"/>
              </a:rPr>
              <a:t>level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90" dirty="0">
                <a:latin typeface="Trebuchet MS"/>
                <a:cs typeface="Trebuchet MS"/>
              </a:rPr>
              <a:t>(Low,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120" dirty="0">
                <a:latin typeface="Trebuchet MS"/>
                <a:cs typeface="Trebuchet MS"/>
              </a:rPr>
              <a:t>Normal,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95" dirty="0">
                <a:latin typeface="Trebuchet MS"/>
                <a:cs typeface="Trebuchet MS"/>
              </a:rPr>
              <a:t>High).</a:t>
            </a:r>
            <a:endParaRPr sz="3000">
              <a:latin typeface="Trebuchet MS"/>
              <a:cs typeface="Trebuchet MS"/>
            </a:endParaRPr>
          </a:p>
          <a:p>
            <a:pPr marL="668020">
              <a:lnSpc>
                <a:spcPct val="100000"/>
              </a:lnSpc>
              <a:spcBef>
                <a:spcPts val="450"/>
              </a:spcBef>
            </a:pPr>
            <a:r>
              <a:rPr sz="3000" spc="235" dirty="0">
                <a:latin typeface="Trebuchet MS"/>
                <a:cs typeface="Trebuchet MS"/>
              </a:rPr>
              <a:t>Results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260" dirty="0">
                <a:latin typeface="Trebuchet MS"/>
                <a:cs typeface="Trebuchet MS"/>
              </a:rPr>
              <a:t>go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165" dirty="0">
                <a:latin typeface="Trebuchet MS"/>
                <a:cs typeface="Trebuchet MS"/>
              </a:rPr>
              <a:t>to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200" dirty="0">
                <a:latin typeface="Trebuchet MS"/>
                <a:cs typeface="Trebuchet MS"/>
              </a:rPr>
              <a:t>report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215" dirty="0">
                <a:latin typeface="Trebuchet MS"/>
                <a:cs typeface="Trebuchet MS"/>
              </a:rPr>
              <a:t>generation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245" dirty="0">
                <a:latin typeface="Trebuchet MS"/>
                <a:cs typeface="Trebuchet MS"/>
              </a:rPr>
              <a:t>and</a:t>
            </a:r>
            <a:r>
              <a:rPr sz="3000" spc="280" dirty="0">
                <a:latin typeface="Trebuchet MS"/>
                <a:cs typeface="Trebuchet MS"/>
              </a:rPr>
              <a:t> </a:t>
            </a:r>
            <a:r>
              <a:rPr sz="3000" spc="220" dirty="0">
                <a:latin typeface="Trebuchet MS"/>
                <a:cs typeface="Trebuchet MS"/>
              </a:rPr>
              <a:t>task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254" dirty="0">
                <a:latin typeface="Trebuchet MS"/>
                <a:cs typeface="Trebuchet MS"/>
              </a:rPr>
              <a:t>scheduling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150" dirty="0">
                <a:latin typeface="Trebuchet MS"/>
                <a:cs typeface="Trebuchet MS"/>
              </a:rPr>
              <a:t>module.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b="1" spc="310" dirty="0">
                <a:latin typeface="Trebuchet MS"/>
                <a:cs typeface="Trebuchet MS"/>
              </a:rPr>
              <a:t>Real-</a:t>
            </a:r>
            <a:r>
              <a:rPr sz="3000" b="1" spc="254" dirty="0">
                <a:latin typeface="Trebuchet MS"/>
                <a:cs typeface="Trebuchet MS"/>
              </a:rPr>
              <a:t>World</a:t>
            </a:r>
            <a:r>
              <a:rPr sz="3000" b="1" spc="190" dirty="0">
                <a:latin typeface="Trebuchet MS"/>
                <a:cs typeface="Trebuchet MS"/>
              </a:rPr>
              <a:t> </a:t>
            </a:r>
            <a:r>
              <a:rPr sz="3000" b="1" spc="254" dirty="0">
                <a:latin typeface="Trebuchet MS"/>
                <a:cs typeface="Trebuchet MS"/>
              </a:rPr>
              <a:t>Scenario</a:t>
            </a:r>
            <a:r>
              <a:rPr sz="3000" b="1" spc="195" dirty="0">
                <a:latin typeface="Trebuchet MS"/>
                <a:cs typeface="Trebuchet MS"/>
              </a:rPr>
              <a:t> </a:t>
            </a:r>
            <a:r>
              <a:rPr sz="3000" b="1" spc="-425" dirty="0">
                <a:latin typeface="Trebuchet MS"/>
                <a:cs typeface="Trebuchet MS"/>
              </a:rPr>
              <a:t>:</a:t>
            </a:r>
            <a:endParaRPr sz="3000">
              <a:latin typeface="Trebuchet MS"/>
              <a:cs typeface="Trebuchet MS"/>
            </a:endParaRPr>
          </a:p>
          <a:p>
            <a:pPr marL="668020" marR="1741170">
              <a:lnSpc>
                <a:spcPct val="112500"/>
              </a:lnSpc>
            </a:pPr>
            <a:r>
              <a:rPr sz="3000" spc="185" dirty="0">
                <a:latin typeface="Trebuchet MS"/>
                <a:cs typeface="Trebuchet MS"/>
              </a:rPr>
              <a:t>Place</a:t>
            </a:r>
            <a:r>
              <a:rPr sz="3000" spc="270" dirty="0">
                <a:latin typeface="Trebuchet MS"/>
                <a:cs typeface="Trebuchet MS"/>
              </a:rPr>
              <a:t> </a:t>
            </a:r>
            <a:r>
              <a:rPr sz="3000" spc="60" dirty="0">
                <a:latin typeface="Trebuchet MS"/>
                <a:cs typeface="Trebuchet MS"/>
              </a:rPr>
              <a:t>a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250" dirty="0">
                <a:latin typeface="Trebuchet MS"/>
                <a:cs typeface="Trebuchet MS"/>
              </a:rPr>
              <a:t>camera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75" dirty="0">
                <a:latin typeface="Trebuchet MS"/>
                <a:cs typeface="Trebuchet MS"/>
              </a:rPr>
              <a:t>in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170" dirty="0">
                <a:latin typeface="Trebuchet MS"/>
                <a:cs typeface="Trebuchet MS"/>
              </a:rPr>
              <a:t>the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220" dirty="0">
                <a:latin typeface="Trebuchet MS"/>
                <a:cs typeface="Trebuchet MS"/>
              </a:rPr>
              <a:t>workplace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165" dirty="0">
                <a:latin typeface="Trebuchet MS"/>
                <a:cs typeface="Trebuchet MS"/>
              </a:rPr>
              <a:t>to</a:t>
            </a:r>
            <a:r>
              <a:rPr sz="3000" spc="270" dirty="0">
                <a:latin typeface="Trebuchet MS"/>
                <a:cs typeface="Trebuchet MS"/>
              </a:rPr>
              <a:t> </a:t>
            </a:r>
            <a:r>
              <a:rPr sz="3000" spc="215" dirty="0">
                <a:latin typeface="Trebuchet MS"/>
                <a:cs typeface="Trebuchet MS"/>
              </a:rPr>
              <a:t>monitor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215" dirty="0">
                <a:latin typeface="Trebuchet MS"/>
                <a:cs typeface="Trebuchet MS"/>
              </a:rPr>
              <a:t>employees. </a:t>
            </a:r>
            <a:r>
              <a:rPr sz="3000" spc="295" dirty="0">
                <a:latin typeface="Trebuchet MS"/>
                <a:cs typeface="Trebuchet MS"/>
              </a:rPr>
              <a:t>Preprocess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245" dirty="0">
                <a:latin typeface="Trebuchet MS"/>
                <a:cs typeface="Trebuchet MS"/>
              </a:rPr>
              <a:t>and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185" dirty="0">
                <a:latin typeface="Trebuchet MS"/>
                <a:cs typeface="Trebuchet MS"/>
              </a:rPr>
              <a:t>analyze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215" dirty="0">
                <a:latin typeface="Trebuchet MS"/>
                <a:cs typeface="Trebuchet MS"/>
              </a:rPr>
              <a:t>data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114" dirty="0">
                <a:latin typeface="Trebuchet MS"/>
                <a:cs typeface="Trebuchet MS"/>
              </a:rPr>
              <a:t>for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295" dirty="0">
                <a:latin typeface="Trebuchet MS"/>
                <a:cs typeface="Trebuchet MS"/>
              </a:rPr>
              <a:t>stress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170" dirty="0">
                <a:latin typeface="Trebuchet MS"/>
                <a:cs typeface="Trebuchet MS"/>
              </a:rPr>
              <a:t>detection.</a:t>
            </a:r>
            <a:endParaRPr sz="3000">
              <a:latin typeface="Trebuchet MS"/>
              <a:cs typeface="Trebuchet MS"/>
            </a:endParaRPr>
          </a:p>
          <a:p>
            <a:pPr marL="668020" marR="5080">
              <a:lnSpc>
                <a:spcPct val="112500"/>
              </a:lnSpc>
            </a:pPr>
            <a:r>
              <a:rPr sz="3000" spc="330" dirty="0">
                <a:latin typeface="Trebuchet MS"/>
                <a:cs typeface="Trebuchet MS"/>
              </a:rPr>
              <a:t>System</a:t>
            </a:r>
            <a:r>
              <a:rPr sz="3000" spc="280" dirty="0">
                <a:latin typeface="Trebuchet MS"/>
                <a:cs typeface="Trebuchet MS"/>
              </a:rPr>
              <a:t> </a:t>
            </a:r>
            <a:r>
              <a:rPr sz="3000" spc="220" dirty="0">
                <a:latin typeface="Trebuchet MS"/>
                <a:cs typeface="Trebuchet MS"/>
              </a:rPr>
              <a:t>calculates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295" dirty="0">
                <a:latin typeface="Trebuchet MS"/>
                <a:cs typeface="Trebuchet MS"/>
              </a:rPr>
              <a:t>stress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170" dirty="0">
                <a:latin typeface="Trebuchet MS"/>
                <a:cs typeface="Trebuchet MS"/>
              </a:rPr>
              <a:t>levels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245" dirty="0">
                <a:latin typeface="Trebuchet MS"/>
                <a:cs typeface="Trebuchet MS"/>
              </a:rPr>
              <a:t>and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204" dirty="0">
                <a:latin typeface="Trebuchet MS"/>
                <a:cs typeface="Trebuchet MS"/>
              </a:rPr>
              <a:t>automatically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235" dirty="0">
                <a:latin typeface="Trebuchet MS"/>
                <a:cs typeface="Trebuchet MS"/>
              </a:rPr>
              <a:t>adjusts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160" dirty="0">
                <a:latin typeface="Trebuchet MS"/>
                <a:cs typeface="Trebuchet MS"/>
              </a:rPr>
              <a:t>tasks. </a:t>
            </a:r>
            <a:r>
              <a:rPr sz="3000" spc="300" dirty="0">
                <a:latin typeface="Trebuchet MS"/>
                <a:cs typeface="Trebuchet MS"/>
              </a:rPr>
              <a:t>Managers</a:t>
            </a:r>
            <a:r>
              <a:rPr sz="3000" spc="270" dirty="0">
                <a:latin typeface="Trebuchet MS"/>
                <a:cs typeface="Trebuchet MS"/>
              </a:rPr>
              <a:t> </a:t>
            </a:r>
            <a:r>
              <a:rPr sz="3000" spc="275" dirty="0">
                <a:latin typeface="Trebuchet MS"/>
                <a:cs typeface="Trebuchet MS"/>
              </a:rPr>
              <a:t>see </a:t>
            </a:r>
            <a:r>
              <a:rPr sz="3000" spc="240" dirty="0">
                <a:latin typeface="Trebuchet MS"/>
                <a:cs typeface="Trebuchet MS"/>
              </a:rPr>
              <a:t>reports</a:t>
            </a:r>
            <a:r>
              <a:rPr sz="3000" spc="270" dirty="0">
                <a:latin typeface="Trebuchet MS"/>
                <a:cs typeface="Trebuchet MS"/>
              </a:rPr>
              <a:t> </a:t>
            </a:r>
            <a:r>
              <a:rPr sz="3000" spc="245" dirty="0">
                <a:latin typeface="Trebuchet MS"/>
                <a:cs typeface="Trebuchet MS"/>
              </a:rPr>
              <a:t>and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170" dirty="0">
                <a:latin typeface="Trebuchet MS"/>
                <a:cs typeface="Trebuchet MS"/>
              </a:rPr>
              <a:t>alerts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225" dirty="0">
                <a:latin typeface="Trebuchet MS"/>
                <a:cs typeface="Trebuchet MS"/>
              </a:rPr>
              <a:t>on</a:t>
            </a:r>
            <a:r>
              <a:rPr sz="3000" spc="270" dirty="0">
                <a:latin typeface="Trebuchet MS"/>
                <a:cs typeface="Trebuchet MS"/>
              </a:rPr>
              <a:t> </a:t>
            </a:r>
            <a:r>
              <a:rPr sz="3000" spc="170" dirty="0">
                <a:latin typeface="Trebuchet MS"/>
                <a:cs typeface="Trebuchet MS"/>
              </a:rPr>
              <a:t>the</a:t>
            </a:r>
            <a:r>
              <a:rPr sz="3000" spc="275" dirty="0">
                <a:latin typeface="Trebuchet MS"/>
                <a:cs typeface="Trebuchet MS"/>
              </a:rPr>
              <a:t> </a:t>
            </a:r>
            <a:r>
              <a:rPr sz="3000" spc="225" dirty="0">
                <a:latin typeface="Trebuchet MS"/>
                <a:cs typeface="Trebuchet MS"/>
              </a:rPr>
              <a:t>dashboard.</a:t>
            </a:r>
            <a:endParaRPr sz="3000">
              <a:latin typeface="Trebuchet MS"/>
              <a:cs typeface="Trebuchet MS"/>
            </a:endParaRPr>
          </a:p>
          <a:p>
            <a:pPr marL="668020">
              <a:lnSpc>
                <a:spcPct val="100000"/>
              </a:lnSpc>
              <a:spcBef>
                <a:spcPts val="450"/>
              </a:spcBef>
            </a:pPr>
            <a:r>
              <a:rPr sz="3000" spc="235" dirty="0">
                <a:latin typeface="Trebuchet MS"/>
                <a:cs typeface="Trebuchet MS"/>
              </a:rPr>
              <a:t>Helps</a:t>
            </a:r>
            <a:r>
              <a:rPr sz="3000" spc="280" dirty="0">
                <a:latin typeface="Trebuchet MS"/>
                <a:cs typeface="Trebuchet MS"/>
              </a:rPr>
              <a:t> </a:t>
            </a:r>
            <a:r>
              <a:rPr sz="3000" spc="229" dirty="0">
                <a:latin typeface="Trebuchet MS"/>
                <a:cs typeface="Trebuchet MS"/>
              </a:rPr>
              <a:t>balance</a:t>
            </a:r>
            <a:r>
              <a:rPr sz="3000" spc="280" dirty="0">
                <a:latin typeface="Trebuchet MS"/>
                <a:cs typeface="Trebuchet MS"/>
              </a:rPr>
              <a:t> </a:t>
            </a:r>
            <a:r>
              <a:rPr sz="3000" spc="140" dirty="0">
                <a:latin typeface="Trebuchet MS"/>
                <a:cs typeface="Trebuchet MS"/>
              </a:rPr>
              <a:t>workload,</a:t>
            </a:r>
            <a:r>
              <a:rPr sz="3000" spc="280" dirty="0">
                <a:latin typeface="Trebuchet MS"/>
                <a:cs typeface="Trebuchet MS"/>
              </a:rPr>
              <a:t> </a:t>
            </a:r>
            <a:r>
              <a:rPr sz="3000" spc="240" dirty="0">
                <a:latin typeface="Trebuchet MS"/>
                <a:cs typeface="Trebuchet MS"/>
              </a:rPr>
              <a:t>improve</a:t>
            </a:r>
            <a:r>
              <a:rPr sz="3000" spc="280" dirty="0">
                <a:latin typeface="Trebuchet MS"/>
                <a:cs typeface="Trebuchet MS"/>
              </a:rPr>
              <a:t> </a:t>
            </a:r>
            <a:r>
              <a:rPr sz="3000" spc="190" dirty="0">
                <a:latin typeface="Trebuchet MS"/>
                <a:cs typeface="Trebuchet MS"/>
              </a:rPr>
              <a:t>productivity,</a:t>
            </a:r>
            <a:r>
              <a:rPr sz="3000" spc="285" dirty="0">
                <a:latin typeface="Trebuchet MS"/>
                <a:cs typeface="Trebuchet MS"/>
              </a:rPr>
              <a:t> </a:t>
            </a:r>
            <a:r>
              <a:rPr sz="3000" spc="254" dirty="0">
                <a:latin typeface="Trebuchet MS"/>
                <a:cs typeface="Trebuchet MS"/>
              </a:rPr>
              <a:t>reduce</a:t>
            </a:r>
            <a:r>
              <a:rPr sz="3000" spc="280" dirty="0">
                <a:latin typeface="Trebuchet MS"/>
                <a:cs typeface="Trebuchet MS"/>
              </a:rPr>
              <a:t> </a:t>
            </a:r>
            <a:r>
              <a:rPr sz="3000" spc="155" dirty="0">
                <a:latin typeface="Trebuchet MS"/>
                <a:cs typeface="Trebuchet MS"/>
              </a:rPr>
              <a:t>burnout.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5952" y="9788531"/>
            <a:ext cx="214630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5" dirty="0">
                <a:latin typeface="Verdana"/>
                <a:cs typeface="Verdana"/>
              </a:rPr>
              <a:t>IT22564672</a:t>
            </a:r>
            <a:r>
              <a:rPr sz="2700" spc="2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2164" y="9788531"/>
            <a:ext cx="3232785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365" dirty="0">
                <a:latin typeface="Verdana"/>
                <a:cs typeface="Verdana"/>
              </a:rPr>
              <a:t>M.A.H.S.THATHSARANI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654523" y="9788531"/>
            <a:ext cx="16764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5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92066" y="9788531"/>
            <a:ext cx="207391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29" dirty="0">
                <a:latin typeface="Verdana"/>
                <a:cs typeface="Verdana"/>
              </a:rPr>
              <a:t>25</a:t>
            </a:r>
            <a:r>
              <a:rPr sz="2700" spc="-4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50" dirty="0">
                <a:latin typeface="Verdana"/>
                <a:cs typeface="Verdana"/>
              </a:rPr>
              <a:t>26j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034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900" dirty="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AAD6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364569" y="1095375"/>
            <a:ext cx="2837180" cy="12585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3229"/>
              </a:lnSpc>
              <a:spcBef>
                <a:spcPts val="114"/>
              </a:spcBef>
            </a:pPr>
            <a:r>
              <a:rPr sz="2700" spc="-210" dirty="0">
                <a:solidFill>
                  <a:srgbClr val="FFFFFF"/>
                </a:solidFill>
                <a:latin typeface="Verdana"/>
                <a:cs typeface="Verdana"/>
              </a:rPr>
              <a:t>Student</a:t>
            </a:r>
            <a:r>
              <a:rPr sz="2700" spc="-4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00" dirty="0">
                <a:solidFill>
                  <a:srgbClr val="FFFFFF"/>
                </a:solidFill>
                <a:latin typeface="Verdana"/>
                <a:cs typeface="Verdana"/>
              </a:rPr>
              <a:t>Must</a:t>
            </a:r>
            <a:r>
              <a:rPr sz="2700" spc="-4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29" dirty="0">
                <a:solidFill>
                  <a:srgbClr val="FFFFFF"/>
                </a:solidFill>
                <a:latin typeface="Verdana"/>
                <a:cs typeface="Verdana"/>
              </a:rPr>
              <a:t>add</a:t>
            </a:r>
            <a:r>
              <a:rPr sz="2700" spc="-4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45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2700" spc="-165" dirty="0">
                <a:solidFill>
                  <a:srgbClr val="FFFFFF"/>
                </a:solidFill>
                <a:latin typeface="Verdana"/>
                <a:cs typeface="Verdana"/>
              </a:rPr>
              <a:t>professional</a:t>
            </a:r>
            <a:r>
              <a:rPr sz="2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85" dirty="0">
                <a:solidFill>
                  <a:srgbClr val="FFFFFF"/>
                </a:solidFill>
                <a:latin typeface="Verdana"/>
                <a:cs typeface="Verdana"/>
              </a:rPr>
              <a:t>photo </a:t>
            </a:r>
            <a:r>
              <a:rPr sz="2700" spc="-1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700" spc="-4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10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2700" spc="-4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0" dirty="0">
                <a:solidFill>
                  <a:srgbClr val="FFFFFF"/>
                </a:solidFill>
                <a:latin typeface="Verdana"/>
                <a:cs typeface="Verdana"/>
              </a:rPr>
              <a:t>cage</a:t>
            </a:r>
            <a:endParaRPr sz="27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78098" y="0"/>
            <a:ext cx="3009900" cy="34670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9399124"/>
            <a:ext cx="14173200" cy="888365"/>
            <a:chOff x="0" y="9399124"/>
            <a:chExt cx="14173200" cy="88836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559952"/>
              <a:ext cx="3771899" cy="72704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399124"/>
              <a:ext cx="14173200" cy="888365"/>
            </a:xfrm>
            <a:custGeom>
              <a:avLst/>
              <a:gdLst/>
              <a:ahLst/>
              <a:cxnLst/>
              <a:rect l="l" t="t" r="r" b="b"/>
              <a:pathLst>
                <a:path w="14173200" h="888365">
                  <a:moveTo>
                    <a:pt x="14173198" y="887886"/>
                  </a:moveTo>
                  <a:lnTo>
                    <a:pt x="0" y="887886"/>
                  </a:lnTo>
                  <a:lnTo>
                    <a:pt x="5583797" y="0"/>
                  </a:lnTo>
                  <a:lnTo>
                    <a:pt x="14173198" y="887886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559952"/>
              <a:ext cx="3771899" cy="72704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77779" y="2924143"/>
            <a:ext cx="14481175" cy="3416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200"/>
              </a:lnSpc>
              <a:spcBef>
                <a:spcPts val="100"/>
              </a:spcBef>
            </a:pPr>
            <a:r>
              <a:rPr sz="5550" b="1" spc="-150" dirty="0">
                <a:solidFill>
                  <a:srgbClr val="29266D"/>
                </a:solidFill>
                <a:latin typeface="Tahoma"/>
                <a:cs typeface="Tahoma"/>
              </a:rPr>
              <a:t>AI-</a:t>
            </a:r>
            <a:r>
              <a:rPr sz="5550" b="1" spc="-55" dirty="0">
                <a:solidFill>
                  <a:srgbClr val="29266D"/>
                </a:solidFill>
                <a:latin typeface="Tahoma"/>
                <a:cs typeface="Tahoma"/>
              </a:rPr>
              <a:t>DRIVEN</a:t>
            </a:r>
            <a:r>
              <a:rPr sz="5550" b="1" spc="-150" dirty="0">
                <a:solidFill>
                  <a:srgbClr val="29266D"/>
                </a:solidFill>
                <a:latin typeface="Tahoma"/>
                <a:cs typeface="Tahoma"/>
              </a:rPr>
              <a:t> </a:t>
            </a:r>
            <a:r>
              <a:rPr sz="5550" b="1" spc="300" dirty="0">
                <a:solidFill>
                  <a:srgbClr val="29266D"/>
                </a:solidFill>
                <a:latin typeface="Tahoma"/>
                <a:cs typeface="Tahoma"/>
              </a:rPr>
              <a:t>WORKLOAD</a:t>
            </a:r>
            <a:r>
              <a:rPr sz="5550" b="1" spc="-150" dirty="0">
                <a:solidFill>
                  <a:srgbClr val="29266D"/>
                </a:solidFill>
                <a:latin typeface="Tahoma"/>
                <a:cs typeface="Tahoma"/>
              </a:rPr>
              <a:t> </a:t>
            </a:r>
            <a:r>
              <a:rPr sz="5550" b="1" spc="125" dirty="0">
                <a:solidFill>
                  <a:srgbClr val="29266D"/>
                </a:solidFill>
                <a:latin typeface="Tahoma"/>
                <a:cs typeface="Tahoma"/>
              </a:rPr>
              <a:t>ANALYSIS</a:t>
            </a:r>
            <a:r>
              <a:rPr sz="5550" b="1" spc="-145" dirty="0">
                <a:solidFill>
                  <a:srgbClr val="29266D"/>
                </a:solidFill>
                <a:latin typeface="Tahoma"/>
                <a:cs typeface="Tahoma"/>
              </a:rPr>
              <a:t> </a:t>
            </a:r>
            <a:r>
              <a:rPr sz="5550" b="1" spc="204" dirty="0">
                <a:solidFill>
                  <a:srgbClr val="29266D"/>
                </a:solidFill>
                <a:latin typeface="Tahoma"/>
                <a:cs typeface="Tahoma"/>
              </a:rPr>
              <a:t>AND </a:t>
            </a:r>
            <a:r>
              <a:rPr sz="5550" b="1" spc="110" dirty="0">
                <a:solidFill>
                  <a:srgbClr val="29266D"/>
                </a:solidFill>
                <a:latin typeface="Tahoma"/>
                <a:cs typeface="Tahoma"/>
              </a:rPr>
              <a:t>DYNAMIC</a:t>
            </a:r>
            <a:r>
              <a:rPr sz="5550" b="1" spc="-85" dirty="0">
                <a:solidFill>
                  <a:srgbClr val="29266D"/>
                </a:solidFill>
                <a:latin typeface="Tahoma"/>
                <a:cs typeface="Tahoma"/>
              </a:rPr>
              <a:t> </a:t>
            </a:r>
            <a:r>
              <a:rPr sz="5550" b="1" spc="210" dirty="0">
                <a:solidFill>
                  <a:srgbClr val="29266D"/>
                </a:solidFill>
                <a:latin typeface="Tahoma"/>
                <a:cs typeface="Tahoma"/>
              </a:rPr>
              <a:t>NETWORK</a:t>
            </a:r>
            <a:r>
              <a:rPr sz="5550" b="1" spc="-85" dirty="0">
                <a:solidFill>
                  <a:srgbClr val="29266D"/>
                </a:solidFill>
                <a:latin typeface="Tahoma"/>
                <a:cs typeface="Tahoma"/>
              </a:rPr>
              <a:t> </a:t>
            </a:r>
            <a:r>
              <a:rPr sz="5550" b="1" spc="-10" dirty="0">
                <a:solidFill>
                  <a:srgbClr val="29266D"/>
                </a:solidFill>
                <a:latin typeface="Tahoma"/>
                <a:cs typeface="Tahoma"/>
              </a:rPr>
              <a:t>BANDWIDTH </a:t>
            </a:r>
            <a:r>
              <a:rPr sz="5550" b="1" spc="175" dirty="0">
                <a:solidFill>
                  <a:srgbClr val="29266D"/>
                </a:solidFill>
                <a:latin typeface="Tahoma"/>
                <a:cs typeface="Tahoma"/>
              </a:rPr>
              <a:t>ALLOCATION</a:t>
            </a:r>
            <a:r>
              <a:rPr sz="5550" b="1" spc="-100" dirty="0">
                <a:solidFill>
                  <a:srgbClr val="29266D"/>
                </a:solidFill>
                <a:latin typeface="Tahoma"/>
                <a:cs typeface="Tahoma"/>
              </a:rPr>
              <a:t> </a:t>
            </a:r>
            <a:r>
              <a:rPr sz="5550" b="1" spc="120" dirty="0">
                <a:solidFill>
                  <a:srgbClr val="29266D"/>
                </a:solidFill>
                <a:latin typeface="Tahoma"/>
                <a:cs typeface="Tahoma"/>
              </a:rPr>
              <a:t>SYSTEM</a:t>
            </a:r>
            <a:r>
              <a:rPr sz="5550" b="1" spc="-95" dirty="0">
                <a:solidFill>
                  <a:srgbClr val="29266D"/>
                </a:solidFill>
                <a:latin typeface="Tahoma"/>
                <a:cs typeface="Tahoma"/>
              </a:rPr>
              <a:t> </a:t>
            </a:r>
            <a:r>
              <a:rPr sz="5550" b="1" spc="75" dirty="0">
                <a:solidFill>
                  <a:srgbClr val="29266D"/>
                </a:solidFill>
                <a:latin typeface="Tahoma"/>
                <a:cs typeface="Tahoma"/>
              </a:rPr>
              <a:t>RESOURCE</a:t>
            </a:r>
            <a:endParaRPr sz="5550">
              <a:latin typeface="Tahoma"/>
              <a:cs typeface="Tahoma"/>
            </a:endParaRPr>
          </a:p>
          <a:p>
            <a:pPr marR="2113280" algn="ctr">
              <a:lnSpc>
                <a:spcPct val="100000"/>
              </a:lnSpc>
              <a:spcBef>
                <a:spcPts val="15"/>
              </a:spcBef>
            </a:pPr>
            <a:r>
              <a:rPr sz="5550" b="1" spc="165" dirty="0">
                <a:solidFill>
                  <a:srgbClr val="29266D"/>
                </a:solidFill>
                <a:latin typeface="Tahoma"/>
                <a:cs typeface="Tahoma"/>
              </a:rPr>
              <a:t>ALLOCATION</a:t>
            </a:r>
            <a:endParaRPr sz="55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5952" y="9788531"/>
            <a:ext cx="2009139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310" dirty="0">
                <a:latin typeface="Verdana"/>
                <a:cs typeface="Verdana"/>
              </a:rPr>
              <a:t>IT22315700</a:t>
            </a:r>
            <a:r>
              <a:rPr sz="2700" spc="8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14944" y="9788531"/>
            <a:ext cx="241427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45" dirty="0">
                <a:latin typeface="Verdana"/>
                <a:cs typeface="Verdana"/>
              </a:rPr>
              <a:t>Shaethayine.R</a:t>
            </a:r>
            <a:r>
              <a:rPr sz="2700" spc="9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98899" y="9788531"/>
            <a:ext cx="207391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29" dirty="0">
                <a:latin typeface="Verdana"/>
                <a:cs typeface="Verdana"/>
              </a:rPr>
              <a:t>25</a:t>
            </a:r>
            <a:r>
              <a:rPr sz="2700" spc="-4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50" dirty="0">
                <a:latin typeface="Verdana"/>
                <a:cs typeface="Verdana"/>
              </a:rPr>
              <a:t>26j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034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900" dirty="0"/>
              <a:t>14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56451" y="7620306"/>
            <a:ext cx="12571730" cy="16757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390" dirty="0">
                <a:latin typeface="Verdana"/>
                <a:cs typeface="Verdana"/>
              </a:rPr>
              <a:t>IT22315700</a:t>
            </a:r>
            <a:r>
              <a:rPr sz="3300" spc="90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|</a:t>
            </a:r>
            <a:r>
              <a:rPr sz="3300" spc="-75" dirty="0">
                <a:latin typeface="Verdana"/>
                <a:cs typeface="Verdana"/>
              </a:rPr>
              <a:t> </a:t>
            </a:r>
            <a:r>
              <a:rPr sz="3300" spc="-300" dirty="0">
                <a:latin typeface="Verdana"/>
                <a:cs typeface="Verdana"/>
              </a:rPr>
              <a:t>Shaethayine.R</a:t>
            </a:r>
            <a:r>
              <a:rPr sz="3300" spc="-535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|</a:t>
            </a:r>
            <a:r>
              <a:rPr sz="3300" spc="55" dirty="0">
                <a:latin typeface="Verdana"/>
                <a:cs typeface="Verdana"/>
              </a:rPr>
              <a:t> </a:t>
            </a:r>
            <a:r>
              <a:rPr sz="3300" spc="-290" dirty="0">
                <a:latin typeface="Verdana"/>
                <a:cs typeface="Verdana"/>
              </a:rPr>
              <a:t>25</a:t>
            </a:r>
            <a:r>
              <a:rPr sz="3300" spc="-535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-</a:t>
            </a:r>
            <a:r>
              <a:rPr sz="3300" spc="-535" dirty="0">
                <a:latin typeface="Verdana"/>
                <a:cs typeface="Verdana"/>
              </a:rPr>
              <a:t> </a:t>
            </a:r>
            <a:r>
              <a:rPr sz="3300" spc="-175" dirty="0">
                <a:latin typeface="Verdana"/>
                <a:cs typeface="Verdana"/>
              </a:rPr>
              <a:t>26J</a:t>
            </a:r>
            <a:r>
              <a:rPr sz="3300" spc="-535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-</a:t>
            </a:r>
            <a:r>
              <a:rPr sz="3300" spc="-535" dirty="0">
                <a:latin typeface="Verdana"/>
                <a:cs typeface="Verdana"/>
              </a:rPr>
              <a:t> </a:t>
            </a:r>
            <a:r>
              <a:rPr sz="3300" spc="-25" dirty="0">
                <a:latin typeface="Verdana"/>
                <a:cs typeface="Verdana"/>
              </a:rPr>
              <a:t>034</a:t>
            </a:r>
            <a:endParaRPr sz="3300">
              <a:latin typeface="Verdana"/>
              <a:cs typeface="Verdana"/>
            </a:endParaRPr>
          </a:p>
          <a:p>
            <a:pPr marL="12700" marR="5080">
              <a:lnSpc>
                <a:spcPct val="115700"/>
              </a:lnSpc>
              <a:spcBef>
                <a:spcPts val="1530"/>
              </a:spcBef>
            </a:pPr>
            <a:r>
              <a:rPr sz="2700" spc="-345" dirty="0">
                <a:solidFill>
                  <a:srgbClr val="4D4D4D"/>
                </a:solidFill>
                <a:latin typeface="Verdana"/>
                <a:cs typeface="Verdana"/>
              </a:rPr>
              <a:t>BSc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20" dirty="0">
                <a:solidFill>
                  <a:srgbClr val="4D4D4D"/>
                </a:solidFill>
                <a:latin typeface="Verdana"/>
                <a:cs typeface="Verdana"/>
              </a:rPr>
              <a:t>(Hons)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40" dirty="0">
                <a:solidFill>
                  <a:srgbClr val="4D4D4D"/>
                </a:solidFill>
                <a:latin typeface="Verdana"/>
                <a:cs typeface="Verdana"/>
              </a:rPr>
              <a:t>Degree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05" dirty="0">
                <a:solidFill>
                  <a:srgbClr val="4D4D4D"/>
                </a:solidFill>
                <a:latin typeface="Verdana"/>
                <a:cs typeface="Verdana"/>
              </a:rPr>
              <a:t>in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85" dirty="0">
                <a:solidFill>
                  <a:srgbClr val="4D4D4D"/>
                </a:solidFill>
                <a:latin typeface="Verdana"/>
                <a:cs typeface="Verdana"/>
              </a:rPr>
              <a:t>Information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15" dirty="0">
                <a:solidFill>
                  <a:srgbClr val="4D4D4D"/>
                </a:solidFill>
                <a:latin typeface="Verdana"/>
                <a:cs typeface="Verdana"/>
              </a:rPr>
              <a:t>Technology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4D4D4D"/>
                </a:solidFill>
                <a:latin typeface="Verdana"/>
                <a:cs typeface="Verdana"/>
              </a:rPr>
              <a:t>specialization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05" dirty="0">
                <a:solidFill>
                  <a:srgbClr val="4D4D4D"/>
                </a:solidFill>
                <a:latin typeface="Verdana"/>
                <a:cs typeface="Verdana"/>
              </a:rPr>
              <a:t>in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35" dirty="0">
                <a:solidFill>
                  <a:srgbClr val="4D4D4D"/>
                </a:solidFill>
                <a:latin typeface="Verdana"/>
                <a:cs typeface="Verdana"/>
              </a:rPr>
              <a:t>Computer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80" dirty="0">
                <a:solidFill>
                  <a:srgbClr val="4D4D4D"/>
                </a:solidFill>
                <a:latin typeface="Verdana"/>
                <a:cs typeface="Verdana"/>
              </a:rPr>
              <a:t>System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5" dirty="0">
                <a:solidFill>
                  <a:srgbClr val="4D4D4D"/>
                </a:solidFill>
                <a:latin typeface="Verdana"/>
                <a:cs typeface="Verdana"/>
              </a:rPr>
              <a:t>and </a:t>
            </a:r>
            <a:r>
              <a:rPr sz="2700" spc="-195" dirty="0">
                <a:solidFill>
                  <a:srgbClr val="4D4D4D"/>
                </a:solidFill>
                <a:latin typeface="Verdana"/>
                <a:cs typeface="Verdana"/>
              </a:rPr>
              <a:t>Network</a:t>
            </a:r>
            <a:r>
              <a:rPr sz="2700" spc="-40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80" dirty="0">
                <a:solidFill>
                  <a:srgbClr val="4D4D4D"/>
                </a:solidFill>
                <a:latin typeface="Verdana"/>
                <a:cs typeface="Verdana"/>
              </a:rPr>
              <a:t>Engineering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2518" y="115193"/>
            <a:ext cx="14316075" cy="889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650" b="1" spc="360" dirty="0">
                <a:solidFill>
                  <a:srgbClr val="1B2020"/>
                </a:solidFill>
                <a:latin typeface="Trebuchet MS"/>
                <a:cs typeface="Trebuchet MS"/>
              </a:rPr>
              <a:t>How</a:t>
            </a:r>
            <a:r>
              <a:rPr sz="5650" b="1" spc="-49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5650" b="1" spc="229" dirty="0">
                <a:solidFill>
                  <a:srgbClr val="1B2020"/>
                </a:solidFill>
                <a:latin typeface="Trebuchet MS"/>
                <a:cs typeface="Trebuchet MS"/>
              </a:rPr>
              <a:t>the</a:t>
            </a:r>
            <a:r>
              <a:rPr sz="5650" b="1" spc="-49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5650" b="1" spc="280" dirty="0">
                <a:solidFill>
                  <a:srgbClr val="1B2020"/>
                </a:solidFill>
                <a:latin typeface="Trebuchet MS"/>
                <a:cs typeface="Trebuchet MS"/>
              </a:rPr>
              <a:t>Solution</a:t>
            </a:r>
            <a:r>
              <a:rPr sz="5650" b="1" spc="-49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5650" b="1" spc="220" dirty="0">
                <a:solidFill>
                  <a:srgbClr val="1B2020"/>
                </a:solidFill>
                <a:latin typeface="Trebuchet MS"/>
                <a:cs typeface="Trebuchet MS"/>
              </a:rPr>
              <a:t>Will</a:t>
            </a:r>
            <a:r>
              <a:rPr sz="5650" b="1" spc="-49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5650" b="1" spc="470" dirty="0">
                <a:solidFill>
                  <a:srgbClr val="1B2020"/>
                </a:solidFill>
                <a:latin typeface="Trebuchet MS"/>
                <a:cs typeface="Trebuchet MS"/>
              </a:rPr>
              <a:t>Address</a:t>
            </a:r>
            <a:r>
              <a:rPr sz="5650" b="1" spc="-49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5650" b="1" spc="229" dirty="0">
                <a:solidFill>
                  <a:srgbClr val="1B2020"/>
                </a:solidFill>
                <a:latin typeface="Trebuchet MS"/>
                <a:cs typeface="Trebuchet MS"/>
              </a:rPr>
              <a:t>the</a:t>
            </a:r>
            <a:r>
              <a:rPr sz="5650" b="1" spc="-49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5650" b="1" spc="665" dirty="0">
                <a:solidFill>
                  <a:srgbClr val="1B2020"/>
                </a:solidFill>
                <a:latin typeface="Trebuchet MS"/>
                <a:cs typeface="Trebuchet MS"/>
              </a:rPr>
              <a:t>Sub-</a:t>
            </a:r>
            <a:endParaRPr sz="56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52518" y="803032"/>
            <a:ext cx="7418705" cy="889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650" b="1" spc="345" dirty="0">
                <a:solidFill>
                  <a:srgbClr val="1B2020"/>
                </a:solidFill>
                <a:latin typeface="Trebuchet MS"/>
                <a:cs typeface="Trebuchet MS"/>
              </a:rPr>
              <a:t>Problem</a:t>
            </a:r>
            <a:r>
              <a:rPr sz="5650" b="1" spc="-50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5650" b="1" spc="350" dirty="0">
                <a:solidFill>
                  <a:srgbClr val="1B2020"/>
                </a:solidFill>
                <a:latin typeface="Trebuchet MS"/>
                <a:cs typeface="Trebuchet MS"/>
              </a:rPr>
              <a:t>/</a:t>
            </a:r>
            <a:r>
              <a:rPr sz="5650" b="1" spc="-50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5650" b="1" spc="245" dirty="0">
                <a:solidFill>
                  <a:srgbClr val="1B2020"/>
                </a:solidFill>
                <a:latin typeface="Trebuchet MS"/>
                <a:cs typeface="Trebuchet MS"/>
              </a:rPr>
              <a:t>Prototype</a:t>
            </a:r>
            <a:endParaRPr sz="56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52351" y="2565621"/>
            <a:ext cx="14673580" cy="6052820"/>
            <a:chOff x="1452351" y="2565621"/>
            <a:chExt cx="14673580" cy="6052820"/>
          </a:xfrm>
        </p:grpSpPr>
        <p:sp>
          <p:nvSpPr>
            <p:cNvPr id="5" name="object 5"/>
            <p:cNvSpPr/>
            <p:nvPr/>
          </p:nvSpPr>
          <p:spPr>
            <a:xfrm>
              <a:off x="1452351" y="2565621"/>
              <a:ext cx="14673580" cy="6052820"/>
            </a:xfrm>
            <a:custGeom>
              <a:avLst/>
              <a:gdLst/>
              <a:ahLst/>
              <a:cxnLst/>
              <a:rect l="l" t="t" r="r" b="b"/>
              <a:pathLst>
                <a:path w="14673580" h="6052820">
                  <a:moveTo>
                    <a:pt x="14197189" y="6052792"/>
                  </a:moveTo>
                  <a:lnTo>
                    <a:pt x="476250" y="6052792"/>
                  </a:lnTo>
                  <a:lnTo>
                    <a:pt x="427556" y="6050333"/>
                  </a:lnTo>
                  <a:lnTo>
                    <a:pt x="380269" y="6043116"/>
                  </a:lnTo>
                  <a:lnTo>
                    <a:pt x="334627" y="6031381"/>
                  </a:lnTo>
                  <a:lnTo>
                    <a:pt x="290872" y="6015366"/>
                  </a:lnTo>
                  <a:lnTo>
                    <a:pt x="249240" y="5995311"/>
                  </a:lnTo>
                  <a:lnTo>
                    <a:pt x="209974" y="5971456"/>
                  </a:lnTo>
                  <a:lnTo>
                    <a:pt x="173310" y="5944040"/>
                  </a:lnTo>
                  <a:lnTo>
                    <a:pt x="139490" y="5913302"/>
                  </a:lnTo>
                  <a:lnTo>
                    <a:pt x="108752" y="5879481"/>
                  </a:lnTo>
                  <a:lnTo>
                    <a:pt x="81335" y="5842818"/>
                  </a:lnTo>
                  <a:lnTo>
                    <a:pt x="57480" y="5803551"/>
                  </a:lnTo>
                  <a:lnTo>
                    <a:pt x="37426" y="5761920"/>
                  </a:lnTo>
                  <a:lnTo>
                    <a:pt x="21411" y="5718164"/>
                  </a:lnTo>
                  <a:lnTo>
                    <a:pt x="9675" y="5672523"/>
                  </a:lnTo>
                  <a:lnTo>
                    <a:pt x="2458" y="5625236"/>
                  </a:lnTo>
                  <a:lnTo>
                    <a:pt x="0" y="5576542"/>
                  </a:lnTo>
                  <a:lnTo>
                    <a:pt x="0" y="476250"/>
                  </a:lnTo>
                  <a:lnTo>
                    <a:pt x="2458" y="427556"/>
                  </a:lnTo>
                  <a:lnTo>
                    <a:pt x="9675" y="380269"/>
                  </a:lnTo>
                  <a:lnTo>
                    <a:pt x="21411" y="334627"/>
                  </a:lnTo>
                  <a:lnTo>
                    <a:pt x="37426" y="290872"/>
                  </a:lnTo>
                  <a:lnTo>
                    <a:pt x="57480" y="249240"/>
                  </a:lnTo>
                  <a:lnTo>
                    <a:pt x="81335" y="209974"/>
                  </a:lnTo>
                  <a:lnTo>
                    <a:pt x="108752" y="173310"/>
                  </a:lnTo>
                  <a:lnTo>
                    <a:pt x="139490" y="139490"/>
                  </a:lnTo>
                  <a:lnTo>
                    <a:pt x="173310" y="108752"/>
                  </a:lnTo>
                  <a:lnTo>
                    <a:pt x="209974" y="81336"/>
                  </a:lnTo>
                  <a:lnTo>
                    <a:pt x="249240" y="57480"/>
                  </a:lnTo>
                  <a:lnTo>
                    <a:pt x="290872" y="37426"/>
                  </a:lnTo>
                  <a:lnTo>
                    <a:pt x="334627" y="21411"/>
                  </a:lnTo>
                  <a:lnTo>
                    <a:pt x="380269" y="9675"/>
                  </a:lnTo>
                  <a:lnTo>
                    <a:pt x="427556" y="2458"/>
                  </a:lnTo>
                  <a:lnTo>
                    <a:pt x="476250" y="0"/>
                  </a:lnTo>
                  <a:lnTo>
                    <a:pt x="14197189" y="0"/>
                  </a:lnTo>
                  <a:lnTo>
                    <a:pt x="14245883" y="2458"/>
                  </a:lnTo>
                  <a:lnTo>
                    <a:pt x="14293170" y="9675"/>
                  </a:lnTo>
                  <a:lnTo>
                    <a:pt x="14338811" y="21411"/>
                  </a:lnTo>
                  <a:lnTo>
                    <a:pt x="14382567" y="37426"/>
                  </a:lnTo>
                  <a:lnTo>
                    <a:pt x="14424198" y="57480"/>
                  </a:lnTo>
                  <a:lnTo>
                    <a:pt x="14463465" y="81336"/>
                  </a:lnTo>
                  <a:lnTo>
                    <a:pt x="14500128" y="108752"/>
                  </a:lnTo>
                  <a:lnTo>
                    <a:pt x="14533949" y="139490"/>
                  </a:lnTo>
                  <a:lnTo>
                    <a:pt x="14564687" y="173310"/>
                  </a:lnTo>
                  <a:lnTo>
                    <a:pt x="14592103" y="209974"/>
                  </a:lnTo>
                  <a:lnTo>
                    <a:pt x="14615958" y="249240"/>
                  </a:lnTo>
                  <a:lnTo>
                    <a:pt x="14636013" y="290872"/>
                  </a:lnTo>
                  <a:lnTo>
                    <a:pt x="14652028" y="334627"/>
                  </a:lnTo>
                  <a:lnTo>
                    <a:pt x="14663763" y="380269"/>
                  </a:lnTo>
                  <a:lnTo>
                    <a:pt x="14670980" y="427556"/>
                  </a:lnTo>
                  <a:lnTo>
                    <a:pt x="14673439" y="476250"/>
                  </a:lnTo>
                  <a:lnTo>
                    <a:pt x="14673439" y="5576542"/>
                  </a:lnTo>
                  <a:lnTo>
                    <a:pt x="14670980" y="5625236"/>
                  </a:lnTo>
                  <a:lnTo>
                    <a:pt x="14663763" y="5672523"/>
                  </a:lnTo>
                  <a:lnTo>
                    <a:pt x="14652028" y="5718164"/>
                  </a:lnTo>
                  <a:lnTo>
                    <a:pt x="14636013" y="5761920"/>
                  </a:lnTo>
                  <a:lnTo>
                    <a:pt x="14615958" y="5803551"/>
                  </a:lnTo>
                  <a:lnTo>
                    <a:pt x="14592103" y="5842818"/>
                  </a:lnTo>
                  <a:lnTo>
                    <a:pt x="14564687" y="5879481"/>
                  </a:lnTo>
                  <a:lnTo>
                    <a:pt x="14533949" y="5913302"/>
                  </a:lnTo>
                  <a:lnTo>
                    <a:pt x="14500128" y="5944040"/>
                  </a:lnTo>
                  <a:lnTo>
                    <a:pt x="14463465" y="5971456"/>
                  </a:lnTo>
                  <a:lnTo>
                    <a:pt x="14424198" y="5995311"/>
                  </a:lnTo>
                  <a:lnTo>
                    <a:pt x="14382567" y="6015366"/>
                  </a:lnTo>
                  <a:lnTo>
                    <a:pt x="14338811" y="6031381"/>
                  </a:lnTo>
                  <a:lnTo>
                    <a:pt x="14293170" y="6043116"/>
                  </a:lnTo>
                  <a:lnTo>
                    <a:pt x="14245883" y="6050333"/>
                  </a:lnTo>
                  <a:lnTo>
                    <a:pt x="14197189" y="6052792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0884" y="3224470"/>
              <a:ext cx="105744" cy="1057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0884" y="4091571"/>
              <a:ext cx="105744" cy="1057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0884" y="4525122"/>
              <a:ext cx="105744" cy="1057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0884" y="4958673"/>
              <a:ext cx="105744" cy="1057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0884" y="5392223"/>
              <a:ext cx="105744" cy="1057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0884" y="6259325"/>
              <a:ext cx="105744" cy="1057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0884" y="6692875"/>
              <a:ext cx="105744" cy="1057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0884" y="7559977"/>
              <a:ext cx="105744" cy="10574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431545" y="3002503"/>
            <a:ext cx="13204190" cy="4794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90"/>
              </a:spcBef>
              <a:tabLst>
                <a:tab pos="1200785" algn="l"/>
                <a:tab pos="1896110" algn="l"/>
                <a:tab pos="2881630" algn="l"/>
                <a:tab pos="3373754" algn="l"/>
                <a:tab pos="4444365" algn="l"/>
                <a:tab pos="6294120" algn="l"/>
                <a:tab pos="7994650" algn="l"/>
                <a:tab pos="8813165" algn="l"/>
                <a:tab pos="10139680" algn="l"/>
                <a:tab pos="11776075" algn="l"/>
              </a:tabLst>
            </a:pPr>
            <a:r>
              <a:rPr sz="2550" spc="130" dirty="0">
                <a:solidFill>
                  <a:srgbClr val="1B2020"/>
                </a:solidFill>
                <a:latin typeface="Trebuchet MS"/>
                <a:cs typeface="Trebuchet MS"/>
              </a:rPr>
              <a:t>Solves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	</a:t>
            </a:r>
            <a:r>
              <a:rPr sz="2550" spc="50" dirty="0">
                <a:solidFill>
                  <a:srgbClr val="1B2020"/>
                </a:solidFill>
                <a:latin typeface="Trebuchet MS"/>
                <a:cs typeface="Trebuchet MS"/>
              </a:rPr>
              <a:t>the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	</a:t>
            </a:r>
            <a:r>
              <a:rPr sz="2550" spc="130" dirty="0">
                <a:solidFill>
                  <a:srgbClr val="1B2020"/>
                </a:solidFill>
                <a:latin typeface="Trebuchet MS"/>
                <a:cs typeface="Trebuchet MS"/>
              </a:rPr>
              <a:t>issue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	</a:t>
            </a:r>
            <a:r>
              <a:rPr sz="2550" spc="30" dirty="0">
                <a:solidFill>
                  <a:srgbClr val="1B2020"/>
                </a:solidFill>
                <a:latin typeface="Trebuchet MS"/>
                <a:cs typeface="Trebuchet MS"/>
              </a:rPr>
              <a:t>of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	</a:t>
            </a:r>
            <a:r>
              <a:rPr sz="2550" spc="80" dirty="0">
                <a:solidFill>
                  <a:srgbClr val="1B2020"/>
                </a:solidFill>
                <a:latin typeface="Trebuchet MS"/>
                <a:cs typeface="Trebuchet MS"/>
              </a:rPr>
              <a:t>static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	</a:t>
            </a:r>
            <a:r>
              <a:rPr sz="2550" spc="100" dirty="0">
                <a:solidFill>
                  <a:srgbClr val="1B2020"/>
                </a:solidFill>
                <a:latin typeface="Trebuchet MS"/>
                <a:cs typeface="Trebuchet MS"/>
              </a:rPr>
              <a:t>bandwidth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	</a:t>
            </a:r>
            <a:r>
              <a:rPr sz="2550" spc="45" dirty="0">
                <a:solidFill>
                  <a:srgbClr val="1B2020"/>
                </a:solidFill>
                <a:latin typeface="Trebuchet MS"/>
                <a:cs typeface="Trebuchet MS"/>
              </a:rPr>
              <a:t>allocation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	</a:t>
            </a:r>
            <a:r>
              <a:rPr sz="2550" spc="30" dirty="0">
                <a:solidFill>
                  <a:srgbClr val="1B2020"/>
                </a:solidFill>
                <a:latin typeface="Trebuchet MS"/>
                <a:cs typeface="Trebuchet MS"/>
              </a:rPr>
              <a:t>that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	</a:t>
            </a:r>
            <a:r>
              <a:rPr sz="2550" spc="100" dirty="0">
                <a:solidFill>
                  <a:srgbClr val="1B2020"/>
                </a:solidFill>
                <a:latin typeface="Trebuchet MS"/>
                <a:cs typeface="Trebuchet MS"/>
              </a:rPr>
              <a:t>ignores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	</a:t>
            </a:r>
            <a:r>
              <a:rPr sz="2550" spc="95" dirty="0">
                <a:solidFill>
                  <a:srgbClr val="1B2020"/>
                </a:solidFill>
                <a:latin typeface="Trebuchet MS"/>
                <a:cs typeface="Trebuchet MS"/>
              </a:rPr>
              <a:t>real-</a:t>
            </a:r>
            <a:r>
              <a:rPr sz="2550" spc="45" dirty="0">
                <a:solidFill>
                  <a:srgbClr val="1B2020"/>
                </a:solidFill>
                <a:latin typeface="Trebuchet MS"/>
                <a:cs typeface="Trebuchet MS"/>
              </a:rPr>
              <a:t>time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	</a:t>
            </a:r>
            <a:r>
              <a:rPr sz="2550" spc="70" dirty="0">
                <a:solidFill>
                  <a:srgbClr val="1B2020"/>
                </a:solidFill>
                <a:latin typeface="Trebuchet MS"/>
                <a:cs typeface="Trebuchet MS"/>
              </a:rPr>
              <a:t>workload </a:t>
            </a:r>
            <a:r>
              <a:rPr sz="2550" spc="150" dirty="0">
                <a:solidFill>
                  <a:srgbClr val="1B2020"/>
                </a:solidFill>
                <a:latin typeface="Trebuchet MS"/>
                <a:cs typeface="Trebuchet MS"/>
              </a:rPr>
              <a:t>changes</a:t>
            </a:r>
            <a:endParaRPr sz="2550">
              <a:latin typeface="Trebuchet MS"/>
              <a:cs typeface="Trebuchet MS"/>
            </a:endParaRPr>
          </a:p>
          <a:p>
            <a:pPr marL="12700" marR="1382395">
              <a:lnSpc>
                <a:spcPts val="3410"/>
              </a:lnSpc>
              <a:spcBef>
                <a:spcPts val="175"/>
              </a:spcBef>
            </a:pPr>
            <a:r>
              <a:rPr sz="2550" spc="114" dirty="0">
                <a:solidFill>
                  <a:srgbClr val="1B2020"/>
                </a:solidFill>
                <a:latin typeface="Trebuchet MS"/>
                <a:cs typeface="Trebuchet MS"/>
              </a:rPr>
              <a:t>Collects</a:t>
            </a:r>
            <a:r>
              <a:rPr sz="2550" spc="4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20" dirty="0">
                <a:solidFill>
                  <a:srgbClr val="1B2020"/>
                </a:solidFill>
                <a:latin typeface="Trebuchet MS"/>
                <a:cs typeface="Trebuchet MS"/>
              </a:rPr>
              <a:t>user</a:t>
            </a:r>
            <a:r>
              <a:rPr sz="2550" spc="4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activity,</a:t>
            </a:r>
            <a:r>
              <a:rPr sz="2550" spc="4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00" dirty="0">
                <a:solidFill>
                  <a:srgbClr val="1B2020"/>
                </a:solidFill>
                <a:latin typeface="Trebuchet MS"/>
                <a:cs typeface="Trebuchet MS"/>
              </a:rPr>
              <a:t>task</a:t>
            </a:r>
            <a:r>
              <a:rPr sz="2550" spc="4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context,</a:t>
            </a:r>
            <a:r>
              <a:rPr sz="2550" spc="4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30" dirty="0">
                <a:solidFill>
                  <a:srgbClr val="1B2020"/>
                </a:solidFill>
                <a:latin typeface="Trebuchet MS"/>
                <a:cs typeface="Trebuchet MS"/>
              </a:rPr>
              <a:t>and</a:t>
            </a:r>
            <a:r>
              <a:rPr sz="2550" spc="4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75" dirty="0">
                <a:solidFill>
                  <a:srgbClr val="1B2020"/>
                </a:solidFill>
                <a:latin typeface="Trebuchet MS"/>
                <a:cs typeface="Trebuchet MS"/>
              </a:rPr>
              <a:t>network</a:t>
            </a:r>
            <a:r>
              <a:rPr sz="2550" spc="4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10" dirty="0">
                <a:solidFill>
                  <a:srgbClr val="1B2020"/>
                </a:solidFill>
                <a:latin typeface="Trebuchet MS"/>
                <a:cs typeface="Trebuchet MS"/>
              </a:rPr>
              <a:t>metrics</a:t>
            </a:r>
            <a:r>
              <a:rPr sz="2550" spc="4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70" dirty="0">
                <a:solidFill>
                  <a:srgbClr val="1B2020"/>
                </a:solidFill>
                <a:latin typeface="Trebuchet MS"/>
                <a:cs typeface="Trebuchet MS"/>
              </a:rPr>
              <a:t>as</a:t>
            </a:r>
            <a:r>
              <a:rPr sz="2550" spc="4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75" dirty="0">
                <a:solidFill>
                  <a:srgbClr val="1B2020"/>
                </a:solidFill>
                <a:latin typeface="Trebuchet MS"/>
                <a:cs typeface="Trebuchet MS"/>
              </a:rPr>
              <a:t>input</a:t>
            </a:r>
            <a:r>
              <a:rPr sz="2550" spc="4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70" dirty="0">
                <a:solidFill>
                  <a:srgbClr val="1B2020"/>
                </a:solidFill>
                <a:latin typeface="Trebuchet MS"/>
                <a:cs typeface="Trebuchet MS"/>
              </a:rPr>
              <a:t>features </a:t>
            </a:r>
            <a:r>
              <a:rPr sz="2550" spc="150" dirty="0">
                <a:solidFill>
                  <a:srgbClr val="1B2020"/>
                </a:solidFill>
                <a:latin typeface="Trebuchet MS"/>
                <a:cs typeface="Trebuchet MS"/>
              </a:rPr>
              <a:t>Model</a:t>
            </a:r>
            <a:r>
              <a:rPr sz="2550" spc="-3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-565" dirty="0">
                <a:solidFill>
                  <a:srgbClr val="1B2020"/>
                </a:solidFill>
                <a:latin typeface="Trebuchet MS"/>
                <a:cs typeface="Trebuchet MS"/>
              </a:rPr>
              <a:t>1</a:t>
            </a:r>
            <a:r>
              <a:rPr sz="2550" spc="-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60" dirty="0">
                <a:solidFill>
                  <a:srgbClr val="1B2020"/>
                </a:solidFill>
                <a:latin typeface="Trebuchet MS"/>
                <a:cs typeface="Trebuchet MS"/>
              </a:rPr>
              <a:t>identifies</a:t>
            </a:r>
            <a:r>
              <a:rPr sz="2550" spc="-2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75" dirty="0">
                <a:solidFill>
                  <a:srgbClr val="1B2020"/>
                </a:solidFill>
                <a:latin typeface="Trebuchet MS"/>
                <a:cs typeface="Trebuchet MS"/>
              </a:rPr>
              <a:t>the</a:t>
            </a:r>
            <a:r>
              <a:rPr sz="2550" spc="-2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80" dirty="0">
                <a:solidFill>
                  <a:srgbClr val="1B2020"/>
                </a:solidFill>
                <a:latin typeface="Trebuchet MS"/>
                <a:cs typeface="Trebuchet MS"/>
              </a:rPr>
              <a:t>current</a:t>
            </a:r>
            <a:r>
              <a:rPr sz="2550" spc="-2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00" dirty="0">
                <a:solidFill>
                  <a:srgbClr val="1B2020"/>
                </a:solidFill>
                <a:latin typeface="Trebuchet MS"/>
                <a:cs typeface="Trebuchet MS"/>
              </a:rPr>
              <a:t>task</a:t>
            </a:r>
            <a:r>
              <a:rPr sz="2550" spc="-2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30" dirty="0">
                <a:solidFill>
                  <a:srgbClr val="1B2020"/>
                </a:solidFill>
                <a:latin typeface="Trebuchet MS"/>
                <a:cs typeface="Trebuchet MS"/>
              </a:rPr>
              <a:t>type</a:t>
            </a:r>
            <a:r>
              <a:rPr sz="2550" spc="-2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-150" dirty="0">
                <a:solidFill>
                  <a:srgbClr val="1B2020"/>
                </a:solidFill>
                <a:latin typeface="Trebuchet MS"/>
                <a:cs typeface="Trebuchet MS"/>
              </a:rPr>
              <a:t>(e.g.,</a:t>
            </a:r>
            <a:r>
              <a:rPr sz="2550" spc="-2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10" dirty="0">
                <a:solidFill>
                  <a:srgbClr val="1B2020"/>
                </a:solidFill>
                <a:latin typeface="Trebuchet MS"/>
                <a:cs typeface="Trebuchet MS"/>
              </a:rPr>
              <a:t>video</a:t>
            </a:r>
            <a:r>
              <a:rPr sz="2550" spc="-2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-65" dirty="0">
                <a:solidFill>
                  <a:srgbClr val="1B2020"/>
                </a:solidFill>
                <a:latin typeface="Trebuchet MS"/>
                <a:cs typeface="Trebuchet MS"/>
              </a:rPr>
              <a:t>call,</a:t>
            </a:r>
            <a:r>
              <a:rPr sz="2550" spc="-2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60" dirty="0">
                <a:solidFill>
                  <a:srgbClr val="1B2020"/>
                </a:solidFill>
                <a:latin typeface="Trebuchet MS"/>
                <a:cs typeface="Trebuchet MS"/>
              </a:rPr>
              <a:t>coding,</a:t>
            </a:r>
            <a:r>
              <a:rPr sz="2550" spc="-1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file</a:t>
            </a:r>
            <a:r>
              <a:rPr sz="2550" spc="-2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55" dirty="0">
                <a:solidFill>
                  <a:srgbClr val="1B2020"/>
                </a:solidFill>
                <a:latin typeface="Trebuchet MS"/>
                <a:cs typeface="Trebuchet MS"/>
              </a:rPr>
              <a:t>transfer) </a:t>
            </a:r>
            <a:r>
              <a:rPr sz="2550" spc="150" dirty="0">
                <a:solidFill>
                  <a:srgbClr val="1B2020"/>
                </a:solidFill>
                <a:latin typeface="Trebuchet MS"/>
                <a:cs typeface="Trebuchet MS"/>
              </a:rPr>
              <a:t>Model</a:t>
            </a:r>
            <a:r>
              <a:rPr sz="2550" spc="-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30" dirty="0">
                <a:solidFill>
                  <a:srgbClr val="1B2020"/>
                </a:solidFill>
                <a:latin typeface="Trebuchet MS"/>
                <a:cs typeface="Trebuchet MS"/>
              </a:rPr>
              <a:t>2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95" dirty="0">
                <a:solidFill>
                  <a:srgbClr val="1B2020"/>
                </a:solidFill>
                <a:latin typeface="Trebuchet MS"/>
                <a:cs typeface="Trebuchet MS"/>
              </a:rPr>
              <a:t>classifies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30" dirty="0">
                <a:solidFill>
                  <a:srgbClr val="1B2020"/>
                </a:solidFill>
                <a:latin typeface="Trebuchet MS"/>
                <a:cs typeface="Trebuchet MS"/>
              </a:rPr>
              <a:t>employee</a:t>
            </a:r>
            <a:r>
              <a:rPr sz="2550" spc="-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80" dirty="0">
                <a:solidFill>
                  <a:srgbClr val="1B2020"/>
                </a:solidFill>
                <a:latin typeface="Trebuchet MS"/>
                <a:cs typeface="Trebuchet MS"/>
              </a:rPr>
              <a:t>workload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80" dirty="0">
                <a:solidFill>
                  <a:srgbClr val="1B2020"/>
                </a:solidFill>
                <a:latin typeface="Trebuchet MS"/>
                <a:cs typeface="Trebuchet MS"/>
              </a:rPr>
              <a:t>intensity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70" dirty="0">
                <a:solidFill>
                  <a:srgbClr val="1B2020"/>
                </a:solidFill>
                <a:latin typeface="Trebuchet MS"/>
                <a:cs typeface="Trebuchet MS"/>
              </a:rPr>
              <a:t>as</a:t>
            </a:r>
            <a:r>
              <a:rPr sz="2550" spc="-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Low, </a:t>
            </a:r>
            <a:r>
              <a:rPr sz="2550" spc="75" dirty="0">
                <a:solidFill>
                  <a:srgbClr val="1B2020"/>
                </a:solidFill>
                <a:latin typeface="Trebuchet MS"/>
                <a:cs typeface="Trebuchet MS"/>
              </a:rPr>
              <a:t>Medium,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75" dirty="0">
                <a:solidFill>
                  <a:srgbClr val="1B2020"/>
                </a:solidFill>
                <a:latin typeface="Trebuchet MS"/>
                <a:cs typeface="Trebuchet MS"/>
              </a:rPr>
              <a:t>or</a:t>
            </a:r>
            <a:r>
              <a:rPr sz="2550" spc="-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55" dirty="0">
                <a:solidFill>
                  <a:srgbClr val="1B2020"/>
                </a:solidFill>
                <a:latin typeface="Trebuchet MS"/>
                <a:cs typeface="Trebuchet MS"/>
              </a:rPr>
              <a:t>High</a:t>
            </a:r>
            <a:endParaRPr sz="2550">
              <a:latin typeface="Trebuchet MS"/>
              <a:cs typeface="Trebuchet MS"/>
            </a:endParaRPr>
          </a:p>
          <a:p>
            <a:pPr marL="12700" marR="5080">
              <a:lnSpc>
                <a:spcPts val="3410"/>
              </a:lnSpc>
              <a:spcBef>
                <a:spcPts val="10"/>
              </a:spcBef>
            </a:pPr>
            <a:r>
              <a:rPr sz="2550" spc="150" dirty="0">
                <a:solidFill>
                  <a:srgbClr val="1B2020"/>
                </a:solidFill>
                <a:latin typeface="Trebuchet MS"/>
                <a:cs typeface="Trebuchet MS"/>
              </a:rPr>
              <a:t>Model</a:t>
            </a:r>
            <a:r>
              <a:rPr sz="2550" spc="28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70" dirty="0">
                <a:solidFill>
                  <a:srgbClr val="1B2020"/>
                </a:solidFill>
                <a:latin typeface="Trebuchet MS"/>
                <a:cs typeface="Trebuchet MS"/>
              </a:rPr>
              <a:t>3</a:t>
            </a:r>
            <a:r>
              <a:rPr sz="2550" spc="29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25" dirty="0">
                <a:solidFill>
                  <a:srgbClr val="1B2020"/>
                </a:solidFill>
                <a:latin typeface="Trebuchet MS"/>
                <a:cs typeface="Trebuchet MS"/>
              </a:rPr>
              <a:t>predicts</a:t>
            </a:r>
            <a:r>
              <a:rPr sz="2550" spc="28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75" dirty="0">
                <a:solidFill>
                  <a:srgbClr val="1B2020"/>
                </a:solidFill>
                <a:latin typeface="Trebuchet MS"/>
                <a:cs typeface="Trebuchet MS"/>
              </a:rPr>
              <a:t>the</a:t>
            </a:r>
            <a:r>
              <a:rPr sz="2550" spc="28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70" dirty="0">
                <a:solidFill>
                  <a:srgbClr val="1B2020"/>
                </a:solidFill>
                <a:latin typeface="Trebuchet MS"/>
                <a:cs typeface="Trebuchet MS"/>
              </a:rPr>
              <a:t>optimal</a:t>
            </a:r>
            <a:r>
              <a:rPr sz="2550" spc="28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10" dirty="0">
                <a:solidFill>
                  <a:srgbClr val="1B2020"/>
                </a:solidFill>
                <a:latin typeface="Trebuchet MS"/>
                <a:cs typeface="Trebuchet MS"/>
              </a:rPr>
              <a:t>bandwidth</a:t>
            </a:r>
            <a:r>
              <a:rPr sz="2550" spc="29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200" dirty="0">
                <a:solidFill>
                  <a:srgbClr val="1B2020"/>
                </a:solidFill>
                <a:latin typeface="Trebuchet MS"/>
                <a:cs typeface="Trebuchet MS"/>
              </a:rPr>
              <a:t>(Mbps)</a:t>
            </a:r>
            <a:r>
              <a:rPr sz="2550" spc="28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85" dirty="0">
                <a:solidFill>
                  <a:srgbClr val="1B2020"/>
                </a:solidFill>
                <a:latin typeface="Trebuchet MS"/>
                <a:cs typeface="Trebuchet MS"/>
              </a:rPr>
              <a:t>required</a:t>
            </a:r>
            <a:r>
              <a:rPr sz="2550" spc="28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for</a:t>
            </a:r>
            <a:r>
              <a:rPr sz="2550" spc="28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75" dirty="0">
                <a:solidFill>
                  <a:srgbClr val="1B2020"/>
                </a:solidFill>
                <a:latin typeface="Trebuchet MS"/>
                <a:cs typeface="Trebuchet MS"/>
              </a:rPr>
              <a:t>the</a:t>
            </a:r>
            <a:r>
              <a:rPr sz="2550" spc="29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80" dirty="0">
                <a:solidFill>
                  <a:srgbClr val="1B2020"/>
                </a:solidFill>
                <a:latin typeface="Trebuchet MS"/>
                <a:cs typeface="Trebuchet MS"/>
              </a:rPr>
              <a:t>current</a:t>
            </a:r>
            <a:r>
              <a:rPr sz="2550" spc="28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00" dirty="0">
                <a:solidFill>
                  <a:srgbClr val="1B2020"/>
                </a:solidFill>
                <a:latin typeface="Trebuchet MS"/>
                <a:cs typeface="Trebuchet MS"/>
              </a:rPr>
              <a:t>task</a:t>
            </a:r>
            <a:r>
              <a:rPr sz="2550" spc="28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05" dirty="0">
                <a:solidFill>
                  <a:srgbClr val="1B2020"/>
                </a:solidFill>
                <a:latin typeface="Trebuchet MS"/>
                <a:cs typeface="Trebuchet MS"/>
              </a:rPr>
              <a:t>and </a:t>
            </a:r>
            <a:r>
              <a:rPr sz="2550" spc="70" dirty="0">
                <a:solidFill>
                  <a:srgbClr val="1B2020"/>
                </a:solidFill>
                <a:latin typeface="Trebuchet MS"/>
                <a:cs typeface="Trebuchet MS"/>
              </a:rPr>
              <a:t>workload</a:t>
            </a:r>
            <a:endParaRPr sz="2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550" spc="100" dirty="0">
                <a:solidFill>
                  <a:srgbClr val="1B2020"/>
                </a:solidFill>
                <a:latin typeface="Trebuchet MS"/>
                <a:cs typeface="Trebuchet MS"/>
              </a:rPr>
              <a:t>Bandwidth</a:t>
            </a:r>
            <a:r>
              <a:rPr sz="2550" spc="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45" dirty="0">
                <a:solidFill>
                  <a:srgbClr val="1B2020"/>
                </a:solidFill>
                <a:latin typeface="Trebuchet MS"/>
                <a:cs typeface="Trebuchet MS"/>
              </a:rPr>
              <a:t>decisions</a:t>
            </a:r>
            <a:r>
              <a:rPr sz="2550" spc="1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55" dirty="0">
                <a:solidFill>
                  <a:srgbClr val="1B2020"/>
                </a:solidFill>
                <a:latin typeface="Trebuchet MS"/>
                <a:cs typeface="Trebuchet MS"/>
              </a:rPr>
              <a:t>are</a:t>
            </a:r>
            <a:r>
              <a:rPr sz="2550" spc="1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14" dirty="0">
                <a:solidFill>
                  <a:srgbClr val="1B2020"/>
                </a:solidFill>
                <a:latin typeface="Trebuchet MS"/>
                <a:cs typeface="Trebuchet MS"/>
              </a:rPr>
              <a:t>enforced</a:t>
            </a:r>
            <a:r>
              <a:rPr sz="2550" spc="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00" dirty="0">
                <a:solidFill>
                  <a:srgbClr val="1B2020"/>
                </a:solidFill>
                <a:latin typeface="Trebuchet MS"/>
                <a:cs typeface="Trebuchet MS"/>
              </a:rPr>
              <a:t>through</a:t>
            </a:r>
            <a:r>
              <a:rPr sz="2550" spc="1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85" dirty="0">
                <a:solidFill>
                  <a:srgbClr val="1B2020"/>
                </a:solidFill>
                <a:latin typeface="Trebuchet MS"/>
                <a:cs typeface="Trebuchet MS"/>
              </a:rPr>
              <a:t>an</a:t>
            </a:r>
            <a:r>
              <a:rPr sz="2550" spc="1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330" dirty="0">
                <a:solidFill>
                  <a:srgbClr val="1B2020"/>
                </a:solidFill>
                <a:latin typeface="Trebuchet MS"/>
                <a:cs typeface="Trebuchet MS"/>
              </a:rPr>
              <a:t>SD-</a:t>
            </a:r>
            <a:r>
              <a:rPr sz="2550" spc="245" dirty="0">
                <a:solidFill>
                  <a:srgbClr val="1B2020"/>
                </a:solidFill>
                <a:latin typeface="Trebuchet MS"/>
                <a:cs typeface="Trebuchet MS"/>
              </a:rPr>
              <a:t>WAN</a:t>
            </a:r>
            <a:r>
              <a:rPr sz="2550" spc="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-335" dirty="0">
                <a:solidFill>
                  <a:srgbClr val="1B2020"/>
                </a:solidFill>
                <a:latin typeface="Trebuchet MS"/>
                <a:cs typeface="Trebuchet MS"/>
              </a:rPr>
              <a:t>/</a:t>
            </a:r>
            <a:r>
              <a:rPr sz="2550" spc="1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270" dirty="0">
                <a:solidFill>
                  <a:srgbClr val="1B2020"/>
                </a:solidFill>
                <a:latin typeface="Trebuchet MS"/>
                <a:cs typeface="Trebuchet MS"/>
              </a:rPr>
              <a:t>QoS</a:t>
            </a:r>
            <a:r>
              <a:rPr sz="2550" spc="1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45" dirty="0">
                <a:solidFill>
                  <a:srgbClr val="1B2020"/>
                </a:solidFill>
                <a:latin typeface="Trebuchet MS"/>
                <a:cs typeface="Trebuchet MS"/>
              </a:rPr>
              <a:t>controller</a:t>
            </a:r>
            <a:endParaRPr sz="2550">
              <a:latin typeface="Trebuchet MS"/>
              <a:cs typeface="Trebuchet MS"/>
            </a:endParaRPr>
          </a:p>
          <a:p>
            <a:pPr marL="12700" marR="5080">
              <a:lnSpc>
                <a:spcPts val="3410"/>
              </a:lnSpc>
              <a:spcBef>
                <a:spcPts val="175"/>
              </a:spcBef>
            </a:pPr>
            <a:r>
              <a:rPr sz="2550" spc="150" dirty="0">
                <a:solidFill>
                  <a:srgbClr val="1B2020"/>
                </a:solidFill>
                <a:latin typeface="Trebuchet MS"/>
                <a:cs typeface="Trebuchet MS"/>
              </a:rPr>
              <a:t>Model</a:t>
            </a:r>
            <a:r>
              <a:rPr sz="2550" spc="24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210" dirty="0">
                <a:solidFill>
                  <a:srgbClr val="1B2020"/>
                </a:solidFill>
                <a:latin typeface="Trebuchet MS"/>
                <a:cs typeface="Trebuchet MS"/>
              </a:rPr>
              <a:t>4</a:t>
            </a:r>
            <a:r>
              <a:rPr sz="2550" spc="26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90" dirty="0">
                <a:solidFill>
                  <a:srgbClr val="1B2020"/>
                </a:solidFill>
                <a:latin typeface="Trebuchet MS"/>
                <a:cs typeface="Trebuchet MS"/>
              </a:rPr>
              <a:t>evaluates</a:t>
            </a:r>
            <a:r>
              <a:rPr sz="2550" spc="254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229" dirty="0">
                <a:solidFill>
                  <a:srgbClr val="1B2020"/>
                </a:solidFill>
                <a:latin typeface="Trebuchet MS"/>
                <a:cs typeface="Trebuchet MS"/>
              </a:rPr>
              <a:t>post-</a:t>
            </a:r>
            <a:r>
              <a:rPr sz="2550" spc="55" dirty="0">
                <a:solidFill>
                  <a:srgbClr val="1B2020"/>
                </a:solidFill>
                <a:latin typeface="Trebuchet MS"/>
                <a:cs typeface="Trebuchet MS"/>
              </a:rPr>
              <a:t>allocation</a:t>
            </a:r>
            <a:r>
              <a:rPr sz="2550" spc="254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10" dirty="0">
                <a:solidFill>
                  <a:srgbClr val="1B2020"/>
                </a:solidFill>
                <a:latin typeface="Trebuchet MS"/>
                <a:cs typeface="Trebuchet MS"/>
              </a:rPr>
              <a:t>performance</a:t>
            </a:r>
            <a:r>
              <a:rPr sz="2550" spc="254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30" dirty="0">
                <a:solidFill>
                  <a:srgbClr val="1B2020"/>
                </a:solidFill>
                <a:latin typeface="Trebuchet MS"/>
                <a:cs typeface="Trebuchet MS"/>
              </a:rPr>
              <a:t>and</a:t>
            </a:r>
            <a:r>
              <a:rPr sz="2550" spc="26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35" dirty="0">
                <a:solidFill>
                  <a:srgbClr val="1B2020"/>
                </a:solidFill>
                <a:latin typeface="Trebuchet MS"/>
                <a:cs typeface="Trebuchet MS"/>
              </a:rPr>
              <a:t>feeds</a:t>
            </a:r>
            <a:r>
              <a:rPr sz="2550" spc="254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45" dirty="0">
                <a:solidFill>
                  <a:srgbClr val="1B2020"/>
                </a:solidFill>
                <a:latin typeface="Trebuchet MS"/>
                <a:cs typeface="Trebuchet MS"/>
              </a:rPr>
              <a:t>learning</a:t>
            </a:r>
            <a:r>
              <a:rPr sz="2550" spc="254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00" dirty="0">
                <a:solidFill>
                  <a:srgbClr val="1B2020"/>
                </a:solidFill>
                <a:latin typeface="Trebuchet MS"/>
                <a:cs typeface="Trebuchet MS"/>
              </a:rPr>
              <a:t>signals</a:t>
            </a:r>
            <a:r>
              <a:rPr sz="2550" spc="254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40" dirty="0">
                <a:solidFill>
                  <a:srgbClr val="1B2020"/>
                </a:solidFill>
                <a:latin typeface="Trebuchet MS"/>
                <a:cs typeface="Trebuchet MS"/>
              </a:rPr>
              <a:t>back</a:t>
            </a:r>
            <a:r>
              <a:rPr sz="2550" spc="26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65" dirty="0">
                <a:solidFill>
                  <a:srgbClr val="1B2020"/>
                </a:solidFill>
                <a:latin typeface="Trebuchet MS"/>
                <a:cs typeface="Trebuchet MS"/>
              </a:rPr>
              <a:t>to </a:t>
            </a:r>
            <a:r>
              <a:rPr sz="2550" spc="110" dirty="0">
                <a:solidFill>
                  <a:srgbClr val="1B2020"/>
                </a:solidFill>
                <a:latin typeface="Trebuchet MS"/>
                <a:cs typeface="Trebuchet MS"/>
              </a:rPr>
              <a:t>improve</a:t>
            </a:r>
            <a:r>
              <a:rPr sz="2550" spc="1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35" dirty="0">
                <a:solidFill>
                  <a:srgbClr val="1B2020"/>
                </a:solidFill>
                <a:latin typeface="Trebuchet MS"/>
                <a:cs typeface="Trebuchet MS"/>
              </a:rPr>
              <a:t>accuracy</a:t>
            </a:r>
            <a:endParaRPr sz="2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2550" spc="75" dirty="0">
                <a:solidFill>
                  <a:srgbClr val="1B2020"/>
                </a:solidFill>
                <a:latin typeface="Trebuchet MS"/>
                <a:cs typeface="Trebuchet MS"/>
              </a:rPr>
              <a:t>This</a:t>
            </a:r>
            <a:r>
              <a:rPr sz="2550" spc="1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25" dirty="0">
                <a:solidFill>
                  <a:srgbClr val="1B2020"/>
                </a:solidFill>
                <a:latin typeface="Trebuchet MS"/>
                <a:cs typeface="Trebuchet MS"/>
              </a:rPr>
              <a:t>forms</a:t>
            </a:r>
            <a:r>
              <a:rPr sz="2550" spc="1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50" dirty="0">
                <a:solidFill>
                  <a:srgbClr val="1B2020"/>
                </a:solidFill>
                <a:latin typeface="Trebuchet MS"/>
                <a:cs typeface="Trebuchet MS"/>
              </a:rPr>
              <a:t>a</a:t>
            </a:r>
            <a:r>
              <a:rPr sz="2550" spc="1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95" dirty="0">
                <a:solidFill>
                  <a:srgbClr val="1B2020"/>
                </a:solidFill>
                <a:latin typeface="Trebuchet MS"/>
                <a:cs typeface="Trebuchet MS"/>
              </a:rPr>
              <a:t>closed-</a:t>
            </a:r>
            <a:r>
              <a:rPr sz="2550" dirty="0">
                <a:solidFill>
                  <a:srgbClr val="1B2020"/>
                </a:solidFill>
                <a:latin typeface="Trebuchet MS"/>
                <a:cs typeface="Trebuchet MS"/>
              </a:rPr>
              <a:t>loop,</a:t>
            </a:r>
            <a:r>
              <a:rPr sz="2550" spc="1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95" dirty="0">
                <a:solidFill>
                  <a:srgbClr val="1B2020"/>
                </a:solidFill>
                <a:latin typeface="Trebuchet MS"/>
                <a:cs typeface="Trebuchet MS"/>
              </a:rPr>
              <a:t>adaptive</a:t>
            </a:r>
            <a:r>
              <a:rPr sz="2550" spc="1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10" dirty="0">
                <a:solidFill>
                  <a:srgbClr val="1B2020"/>
                </a:solidFill>
                <a:latin typeface="Trebuchet MS"/>
                <a:cs typeface="Trebuchet MS"/>
              </a:rPr>
              <a:t>bandwidth</a:t>
            </a:r>
            <a:r>
              <a:rPr sz="2550" spc="1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55" dirty="0">
                <a:solidFill>
                  <a:srgbClr val="1B2020"/>
                </a:solidFill>
                <a:latin typeface="Trebuchet MS"/>
                <a:cs typeface="Trebuchet MS"/>
              </a:rPr>
              <a:t>allocation</a:t>
            </a:r>
            <a:r>
              <a:rPr sz="2550" spc="1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2550" spc="120" dirty="0">
                <a:solidFill>
                  <a:srgbClr val="1B2020"/>
                </a:solidFill>
                <a:latin typeface="Trebuchet MS"/>
                <a:cs typeface="Trebuchet MS"/>
              </a:rPr>
              <a:t>prototype</a:t>
            </a:r>
            <a:endParaRPr sz="255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551537"/>
            <a:ext cx="3771899" cy="73439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935952" y="9788531"/>
            <a:ext cx="2009139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310" dirty="0">
                <a:latin typeface="Verdana"/>
                <a:cs typeface="Verdana"/>
              </a:rPr>
              <a:t>IT22315700</a:t>
            </a:r>
            <a:r>
              <a:rPr sz="2700" spc="8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14944" y="9788531"/>
            <a:ext cx="241427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45" dirty="0">
                <a:latin typeface="Verdana"/>
                <a:cs typeface="Verdana"/>
              </a:rPr>
              <a:t>Shaethayine.R</a:t>
            </a:r>
            <a:r>
              <a:rPr sz="2700" spc="9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98899" y="9788531"/>
            <a:ext cx="207391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29" dirty="0">
                <a:latin typeface="Verdana"/>
                <a:cs typeface="Verdana"/>
              </a:rPr>
              <a:t>25</a:t>
            </a:r>
            <a:r>
              <a:rPr sz="2700" spc="-4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50" dirty="0">
                <a:latin typeface="Verdana"/>
                <a:cs typeface="Verdana"/>
              </a:rPr>
              <a:t>26j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034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900" dirty="0"/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467" y="4300472"/>
            <a:ext cx="75900" cy="759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73907" y="4143997"/>
            <a:ext cx="8174990" cy="2150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6700">
              <a:lnSpc>
                <a:spcPct val="110700"/>
              </a:lnSpc>
              <a:spcBef>
                <a:spcPts val="95"/>
              </a:spcBef>
            </a:pPr>
            <a:r>
              <a:rPr sz="1800" spc="125" dirty="0">
                <a:latin typeface="Trebuchet MS"/>
                <a:cs typeface="Trebuchet MS"/>
              </a:rPr>
              <a:t>Stable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spc="135" dirty="0">
                <a:latin typeface="Trebuchet MS"/>
                <a:cs typeface="Trebuchet MS"/>
              </a:rPr>
              <a:t>and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sufficient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spc="140" dirty="0">
                <a:latin typeface="Trebuchet MS"/>
                <a:cs typeface="Trebuchet MS"/>
              </a:rPr>
              <a:t>bandwidth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for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spc="175" dirty="0">
                <a:latin typeface="Trebuchet MS"/>
                <a:cs typeface="Trebuchet MS"/>
              </a:rPr>
              <a:t>high-</a:t>
            </a:r>
            <a:r>
              <a:rPr sz="1800" spc="100" dirty="0">
                <a:latin typeface="Trebuchet MS"/>
                <a:cs typeface="Trebuchet MS"/>
              </a:rPr>
              <a:t>priority</a:t>
            </a:r>
            <a:r>
              <a:rPr sz="1800" spc="165" dirty="0">
                <a:latin typeface="Trebuchet MS"/>
                <a:cs typeface="Trebuchet MS"/>
              </a:rPr>
              <a:t> </a:t>
            </a:r>
            <a:r>
              <a:rPr sz="1800" spc="135" dirty="0">
                <a:latin typeface="Trebuchet MS"/>
                <a:cs typeface="Trebuchet MS"/>
              </a:rPr>
              <a:t>and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spc="170" dirty="0">
                <a:latin typeface="Trebuchet MS"/>
                <a:cs typeface="Trebuchet MS"/>
              </a:rPr>
              <a:t>time-</a:t>
            </a:r>
            <a:r>
              <a:rPr sz="1800" spc="75" dirty="0">
                <a:latin typeface="Trebuchet MS"/>
                <a:cs typeface="Trebuchet MS"/>
              </a:rPr>
              <a:t>critical </a:t>
            </a:r>
            <a:r>
              <a:rPr sz="1800" spc="140" dirty="0">
                <a:latin typeface="Trebuchet MS"/>
                <a:cs typeface="Trebuchet MS"/>
              </a:rPr>
              <a:t>tasks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10700"/>
              </a:lnSpc>
            </a:pPr>
            <a:r>
              <a:rPr sz="1800" spc="55" dirty="0">
                <a:latin typeface="Trebuchet MS"/>
                <a:cs typeface="Trebuchet MS"/>
              </a:rPr>
              <a:t>Fair</a:t>
            </a:r>
            <a:r>
              <a:rPr sz="1800" spc="165" dirty="0">
                <a:latin typeface="Trebuchet MS"/>
                <a:cs typeface="Trebuchet MS"/>
              </a:rPr>
              <a:t> </a:t>
            </a:r>
            <a:r>
              <a:rPr sz="1800" spc="140" dirty="0">
                <a:latin typeface="Trebuchet MS"/>
                <a:cs typeface="Trebuchet MS"/>
              </a:rPr>
              <a:t>bandwidth</a:t>
            </a:r>
            <a:r>
              <a:rPr sz="1800" spc="165" dirty="0">
                <a:latin typeface="Trebuchet MS"/>
                <a:cs typeface="Trebuchet MS"/>
              </a:rPr>
              <a:t> </a:t>
            </a:r>
            <a:r>
              <a:rPr sz="1800" spc="100" dirty="0">
                <a:latin typeface="Trebuchet MS"/>
                <a:cs typeface="Trebuchet MS"/>
              </a:rPr>
              <a:t>allocation</a:t>
            </a:r>
            <a:r>
              <a:rPr sz="1800" spc="170" dirty="0">
                <a:latin typeface="Trebuchet MS"/>
                <a:cs typeface="Trebuchet MS"/>
              </a:rPr>
              <a:t> </a:t>
            </a:r>
            <a:r>
              <a:rPr sz="1800" spc="180" dirty="0">
                <a:latin typeface="Trebuchet MS"/>
                <a:cs typeface="Trebuchet MS"/>
              </a:rPr>
              <a:t>based</a:t>
            </a:r>
            <a:r>
              <a:rPr sz="1800" spc="165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on</a:t>
            </a:r>
            <a:r>
              <a:rPr sz="1800" spc="170" dirty="0">
                <a:latin typeface="Trebuchet MS"/>
                <a:cs typeface="Trebuchet MS"/>
              </a:rPr>
              <a:t> </a:t>
            </a:r>
            <a:r>
              <a:rPr sz="1800" spc="100" dirty="0">
                <a:latin typeface="Trebuchet MS"/>
                <a:cs typeface="Trebuchet MS"/>
              </a:rPr>
              <a:t>actual</a:t>
            </a:r>
            <a:r>
              <a:rPr sz="1800" spc="165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workload,</a:t>
            </a:r>
            <a:r>
              <a:rPr sz="1800" spc="170" dirty="0">
                <a:latin typeface="Trebuchet MS"/>
                <a:cs typeface="Trebuchet MS"/>
              </a:rPr>
              <a:t> </a:t>
            </a:r>
            <a:r>
              <a:rPr sz="1800" spc="110" dirty="0">
                <a:latin typeface="Trebuchet MS"/>
                <a:cs typeface="Trebuchet MS"/>
              </a:rPr>
              <a:t>not</a:t>
            </a:r>
            <a:r>
              <a:rPr sz="1800" spc="165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static</a:t>
            </a:r>
            <a:r>
              <a:rPr sz="1800" spc="170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limits </a:t>
            </a:r>
            <a:r>
              <a:rPr sz="1800" spc="165" dirty="0">
                <a:latin typeface="Trebuchet MS"/>
                <a:cs typeface="Trebuchet MS"/>
              </a:rPr>
              <a:t>Reduced</a:t>
            </a:r>
            <a:r>
              <a:rPr sz="1800" spc="170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network</a:t>
            </a:r>
            <a:r>
              <a:rPr sz="1800" spc="175" dirty="0">
                <a:latin typeface="Trebuchet MS"/>
                <a:cs typeface="Trebuchet MS"/>
              </a:rPr>
              <a:t> </a:t>
            </a:r>
            <a:r>
              <a:rPr sz="1800" spc="155" dirty="0">
                <a:latin typeface="Trebuchet MS"/>
                <a:cs typeface="Trebuchet MS"/>
              </a:rPr>
              <a:t>congestion</a:t>
            </a:r>
            <a:r>
              <a:rPr sz="1800" spc="175" dirty="0">
                <a:latin typeface="Trebuchet MS"/>
                <a:cs typeface="Trebuchet MS"/>
              </a:rPr>
              <a:t> </a:t>
            </a:r>
            <a:r>
              <a:rPr sz="1800" spc="135" dirty="0">
                <a:latin typeface="Trebuchet MS"/>
                <a:cs typeface="Trebuchet MS"/>
              </a:rPr>
              <a:t>and</a:t>
            </a:r>
            <a:r>
              <a:rPr sz="1800" spc="175" dirty="0">
                <a:latin typeface="Trebuchet MS"/>
                <a:cs typeface="Trebuchet MS"/>
              </a:rPr>
              <a:t> </a:t>
            </a:r>
            <a:r>
              <a:rPr sz="1800" spc="110" dirty="0">
                <a:latin typeface="Trebuchet MS"/>
                <a:cs typeface="Trebuchet MS"/>
              </a:rPr>
              <a:t>latency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800" spc="110" dirty="0">
                <a:latin typeface="Trebuchet MS"/>
                <a:cs typeface="Trebuchet MS"/>
              </a:rPr>
              <a:t>Minimal</a:t>
            </a:r>
            <a:r>
              <a:rPr sz="1800" spc="15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manual</a:t>
            </a:r>
            <a:r>
              <a:rPr sz="1800" spc="15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intervention</a:t>
            </a:r>
            <a:r>
              <a:rPr sz="1800" spc="155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for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IT</a:t>
            </a:r>
            <a:r>
              <a:rPr sz="1800" spc="155" dirty="0">
                <a:latin typeface="Trebuchet MS"/>
                <a:cs typeface="Trebuchet MS"/>
              </a:rPr>
              <a:t> </a:t>
            </a:r>
            <a:r>
              <a:rPr sz="1800" spc="120" dirty="0">
                <a:latin typeface="Trebuchet MS"/>
                <a:cs typeface="Trebuchet MS"/>
              </a:rPr>
              <a:t>administrators</a:t>
            </a:r>
            <a:endParaRPr sz="1800">
              <a:latin typeface="Trebuchet MS"/>
              <a:cs typeface="Trebuchet MS"/>
            </a:endParaRPr>
          </a:p>
          <a:p>
            <a:pPr marL="12700" marR="850265">
              <a:lnSpc>
                <a:spcPct val="110700"/>
              </a:lnSpc>
            </a:pPr>
            <a:r>
              <a:rPr sz="1800" spc="160" dirty="0">
                <a:latin typeface="Trebuchet MS"/>
                <a:cs typeface="Trebuchet MS"/>
              </a:rPr>
              <a:t>Continuous </a:t>
            </a:r>
            <a:r>
              <a:rPr sz="1800" spc="130" dirty="0">
                <a:latin typeface="Trebuchet MS"/>
                <a:cs typeface="Trebuchet MS"/>
              </a:rPr>
              <a:t>adaptation</a:t>
            </a:r>
            <a:r>
              <a:rPr sz="1800" spc="165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to</a:t>
            </a:r>
            <a:r>
              <a:rPr sz="1800" spc="165" dirty="0">
                <a:latin typeface="Trebuchet MS"/>
                <a:cs typeface="Trebuchet MS"/>
              </a:rPr>
              <a:t> </a:t>
            </a:r>
            <a:r>
              <a:rPr sz="1800" spc="140" dirty="0">
                <a:latin typeface="Trebuchet MS"/>
                <a:cs typeface="Trebuchet MS"/>
              </a:rPr>
              <a:t>changing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user</a:t>
            </a:r>
            <a:r>
              <a:rPr sz="1800" spc="165" dirty="0">
                <a:latin typeface="Trebuchet MS"/>
                <a:cs typeface="Trebuchet MS"/>
              </a:rPr>
              <a:t> </a:t>
            </a:r>
            <a:r>
              <a:rPr sz="1800" spc="110" dirty="0">
                <a:latin typeface="Trebuchet MS"/>
                <a:cs typeface="Trebuchet MS"/>
              </a:rPr>
              <a:t>activity</a:t>
            </a:r>
            <a:r>
              <a:rPr sz="1800" spc="165" dirty="0">
                <a:latin typeface="Trebuchet MS"/>
                <a:cs typeface="Trebuchet MS"/>
              </a:rPr>
              <a:t> </a:t>
            </a:r>
            <a:r>
              <a:rPr sz="1800" spc="135" dirty="0">
                <a:latin typeface="Trebuchet MS"/>
                <a:cs typeface="Trebuchet MS"/>
              </a:rPr>
              <a:t>and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network </a:t>
            </a:r>
            <a:r>
              <a:rPr sz="1800" spc="140" dirty="0">
                <a:latin typeface="Trebuchet MS"/>
                <a:cs typeface="Trebuchet MS"/>
              </a:rPr>
              <a:t>conditions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467" y="4907675"/>
            <a:ext cx="75900" cy="75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467" y="5211277"/>
            <a:ext cx="75900" cy="75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467" y="5514879"/>
            <a:ext cx="75900" cy="75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467" y="5818480"/>
            <a:ext cx="75900" cy="7590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426698" y="8233706"/>
            <a:ext cx="1024890" cy="1024890"/>
            <a:chOff x="1426698" y="8233706"/>
            <a:chExt cx="1024890" cy="1024890"/>
          </a:xfrm>
        </p:grpSpPr>
        <p:sp>
          <p:nvSpPr>
            <p:cNvPr id="9" name="object 9"/>
            <p:cNvSpPr/>
            <p:nvPr/>
          </p:nvSpPr>
          <p:spPr>
            <a:xfrm>
              <a:off x="1426698" y="8233706"/>
              <a:ext cx="1024890" cy="1024890"/>
            </a:xfrm>
            <a:custGeom>
              <a:avLst/>
              <a:gdLst/>
              <a:ahLst/>
              <a:cxnLst/>
              <a:rect l="l" t="t" r="r" b="b"/>
              <a:pathLst>
                <a:path w="1024889" h="1024890">
                  <a:moveTo>
                    <a:pt x="512296" y="1024593"/>
                  </a:moveTo>
                  <a:lnTo>
                    <a:pt x="465667" y="1022499"/>
                  </a:lnTo>
                  <a:lnTo>
                    <a:pt x="420210" y="1016339"/>
                  </a:lnTo>
                  <a:lnTo>
                    <a:pt x="376107" y="1006293"/>
                  </a:lnTo>
                  <a:lnTo>
                    <a:pt x="333539" y="992542"/>
                  </a:lnTo>
                  <a:lnTo>
                    <a:pt x="292686" y="975267"/>
                  </a:lnTo>
                  <a:lnTo>
                    <a:pt x="253730" y="954649"/>
                  </a:lnTo>
                  <a:lnTo>
                    <a:pt x="216851" y="930869"/>
                  </a:lnTo>
                  <a:lnTo>
                    <a:pt x="182230" y="904107"/>
                  </a:lnTo>
                  <a:lnTo>
                    <a:pt x="150048" y="874545"/>
                  </a:lnTo>
                  <a:lnTo>
                    <a:pt x="120485" y="842362"/>
                  </a:lnTo>
                  <a:lnTo>
                    <a:pt x="93723" y="807741"/>
                  </a:lnTo>
                  <a:lnTo>
                    <a:pt x="69943" y="770862"/>
                  </a:lnTo>
                  <a:lnTo>
                    <a:pt x="49325" y="731906"/>
                  </a:lnTo>
                  <a:lnTo>
                    <a:pt x="32050" y="691053"/>
                  </a:lnTo>
                  <a:lnTo>
                    <a:pt x="18299" y="648485"/>
                  </a:lnTo>
                  <a:lnTo>
                    <a:pt x="8253" y="604382"/>
                  </a:lnTo>
                  <a:lnTo>
                    <a:pt x="2093" y="558926"/>
                  </a:lnTo>
                  <a:lnTo>
                    <a:pt x="0" y="512296"/>
                  </a:lnTo>
                  <a:lnTo>
                    <a:pt x="2093" y="465667"/>
                  </a:lnTo>
                  <a:lnTo>
                    <a:pt x="8253" y="420210"/>
                  </a:lnTo>
                  <a:lnTo>
                    <a:pt x="18299" y="376107"/>
                  </a:lnTo>
                  <a:lnTo>
                    <a:pt x="32050" y="333539"/>
                  </a:lnTo>
                  <a:lnTo>
                    <a:pt x="49325" y="292687"/>
                  </a:lnTo>
                  <a:lnTo>
                    <a:pt x="69943" y="253730"/>
                  </a:lnTo>
                  <a:lnTo>
                    <a:pt x="93723" y="216851"/>
                  </a:lnTo>
                  <a:lnTo>
                    <a:pt x="120485" y="182230"/>
                  </a:lnTo>
                  <a:lnTo>
                    <a:pt x="150048" y="150048"/>
                  </a:lnTo>
                  <a:lnTo>
                    <a:pt x="182230" y="120485"/>
                  </a:lnTo>
                  <a:lnTo>
                    <a:pt x="216851" y="93723"/>
                  </a:lnTo>
                  <a:lnTo>
                    <a:pt x="253730" y="69943"/>
                  </a:lnTo>
                  <a:lnTo>
                    <a:pt x="292686" y="49325"/>
                  </a:lnTo>
                  <a:lnTo>
                    <a:pt x="333539" y="32050"/>
                  </a:lnTo>
                  <a:lnTo>
                    <a:pt x="376107" y="18299"/>
                  </a:lnTo>
                  <a:lnTo>
                    <a:pt x="420210" y="8253"/>
                  </a:lnTo>
                  <a:lnTo>
                    <a:pt x="465667" y="2093"/>
                  </a:lnTo>
                  <a:lnTo>
                    <a:pt x="512296" y="0"/>
                  </a:lnTo>
                  <a:lnTo>
                    <a:pt x="558925" y="2093"/>
                  </a:lnTo>
                  <a:lnTo>
                    <a:pt x="604382" y="8253"/>
                  </a:lnTo>
                  <a:lnTo>
                    <a:pt x="648485" y="18299"/>
                  </a:lnTo>
                  <a:lnTo>
                    <a:pt x="691053" y="32050"/>
                  </a:lnTo>
                  <a:lnTo>
                    <a:pt x="731905" y="49325"/>
                  </a:lnTo>
                  <a:lnTo>
                    <a:pt x="770862" y="69943"/>
                  </a:lnTo>
                  <a:lnTo>
                    <a:pt x="807741" y="93723"/>
                  </a:lnTo>
                  <a:lnTo>
                    <a:pt x="842362" y="120485"/>
                  </a:lnTo>
                  <a:lnTo>
                    <a:pt x="874544" y="150048"/>
                  </a:lnTo>
                  <a:lnTo>
                    <a:pt x="904107" y="182230"/>
                  </a:lnTo>
                  <a:lnTo>
                    <a:pt x="930869" y="216851"/>
                  </a:lnTo>
                  <a:lnTo>
                    <a:pt x="954649" y="253730"/>
                  </a:lnTo>
                  <a:lnTo>
                    <a:pt x="975267" y="292687"/>
                  </a:lnTo>
                  <a:lnTo>
                    <a:pt x="992542" y="333539"/>
                  </a:lnTo>
                  <a:lnTo>
                    <a:pt x="1006293" y="376107"/>
                  </a:lnTo>
                  <a:lnTo>
                    <a:pt x="1016339" y="420210"/>
                  </a:lnTo>
                  <a:lnTo>
                    <a:pt x="1022499" y="465667"/>
                  </a:lnTo>
                  <a:lnTo>
                    <a:pt x="1024593" y="512296"/>
                  </a:lnTo>
                  <a:lnTo>
                    <a:pt x="1022499" y="558926"/>
                  </a:lnTo>
                  <a:lnTo>
                    <a:pt x="1016339" y="604382"/>
                  </a:lnTo>
                  <a:lnTo>
                    <a:pt x="1006293" y="648485"/>
                  </a:lnTo>
                  <a:lnTo>
                    <a:pt x="992542" y="691053"/>
                  </a:lnTo>
                  <a:lnTo>
                    <a:pt x="975267" y="731906"/>
                  </a:lnTo>
                  <a:lnTo>
                    <a:pt x="954649" y="770862"/>
                  </a:lnTo>
                  <a:lnTo>
                    <a:pt x="930869" y="807741"/>
                  </a:lnTo>
                  <a:lnTo>
                    <a:pt x="904107" y="842362"/>
                  </a:lnTo>
                  <a:lnTo>
                    <a:pt x="874544" y="874545"/>
                  </a:lnTo>
                  <a:lnTo>
                    <a:pt x="842362" y="904107"/>
                  </a:lnTo>
                  <a:lnTo>
                    <a:pt x="807741" y="930869"/>
                  </a:lnTo>
                  <a:lnTo>
                    <a:pt x="770862" y="954649"/>
                  </a:lnTo>
                  <a:lnTo>
                    <a:pt x="731905" y="975267"/>
                  </a:lnTo>
                  <a:lnTo>
                    <a:pt x="691053" y="992542"/>
                  </a:lnTo>
                  <a:lnTo>
                    <a:pt x="648485" y="1006293"/>
                  </a:lnTo>
                  <a:lnTo>
                    <a:pt x="604382" y="1016339"/>
                  </a:lnTo>
                  <a:lnTo>
                    <a:pt x="558925" y="1022499"/>
                  </a:lnTo>
                  <a:lnTo>
                    <a:pt x="512296" y="1024593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5638" y="8379191"/>
              <a:ext cx="206748" cy="32873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644357" y="8689618"/>
              <a:ext cx="589280" cy="275590"/>
            </a:xfrm>
            <a:custGeom>
              <a:avLst/>
              <a:gdLst/>
              <a:ahLst/>
              <a:cxnLst/>
              <a:rect l="l" t="t" r="r" b="b"/>
              <a:pathLst>
                <a:path w="589280" h="275590">
                  <a:moveTo>
                    <a:pt x="521690" y="214033"/>
                  </a:moveTo>
                  <a:lnTo>
                    <a:pt x="517550" y="209892"/>
                  </a:lnTo>
                  <a:lnTo>
                    <a:pt x="512737" y="209892"/>
                  </a:lnTo>
                  <a:lnTo>
                    <a:pt x="507911" y="210591"/>
                  </a:lnTo>
                  <a:lnTo>
                    <a:pt x="503770" y="214033"/>
                  </a:lnTo>
                  <a:lnTo>
                    <a:pt x="503770" y="218859"/>
                  </a:lnTo>
                  <a:lnTo>
                    <a:pt x="503770" y="223685"/>
                  </a:lnTo>
                  <a:lnTo>
                    <a:pt x="507911" y="227812"/>
                  </a:lnTo>
                  <a:lnTo>
                    <a:pt x="517550" y="227812"/>
                  </a:lnTo>
                  <a:lnTo>
                    <a:pt x="521690" y="223685"/>
                  </a:lnTo>
                  <a:lnTo>
                    <a:pt x="521690" y="214033"/>
                  </a:lnTo>
                  <a:close/>
                </a:path>
                <a:path w="589280" h="275590">
                  <a:moveTo>
                    <a:pt x="589229" y="262966"/>
                  </a:moveTo>
                  <a:lnTo>
                    <a:pt x="586473" y="258826"/>
                  </a:lnTo>
                  <a:lnTo>
                    <a:pt x="473456" y="258826"/>
                  </a:lnTo>
                  <a:lnTo>
                    <a:pt x="473456" y="191287"/>
                  </a:lnTo>
                  <a:lnTo>
                    <a:pt x="473456" y="85153"/>
                  </a:lnTo>
                  <a:lnTo>
                    <a:pt x="473456" y="68618"/>
                  </a:lnTo>
                  <a:lnTo>
                    <a:pt x="569239" y="68618"/>
                  </a:lnTo>
                  <a:lnTo>
                    <a:pt x="572693" y="64477"/>
                  </a:lnTo>
                  <a:lnTo>
                    <a:pt x="572693" y="56210"/>
                  </a:lnTo>
                  <a:lnTo>
                    <a:pt x="568553" y="52082"/>
                  </a:lnTo>
                  <a:lnTo>
                    <a:pt x="473456" y="52082"/>
                  </a:lnTo>
                  <a:lnTo>
                    <a:pt x="473456" y="19685"/>
                  </a:lnTo>
                  <a:lnTo>
                    <a:pt x="469315" y="16243"/>
                  </a:lnTo>
                  <a:lnTo>
                    <a:pt x="461048" y="16243"/>
                  </a:lnTo>
                  <a:lnTo>
                    <a:pt x="456907" y="20370"/>
                  </a:lnTo>
                  <a:lnTo>
                    <a:pt x="456907" y="52082"/>
                  </a:lnTo>
                  <a:lnTo>
                    <a:pt x="402463" y="52082"/>
                  </a:lnTo>
                  <a:lnTo>
                    <a:pt x="399021" y="55524"/>
                  </a:lnTo>
                  <a:lnTo>
                    <a:pt x="399021" y="85153"/>
                  </a:lnTo>
                  <a:lnTo>
                    <a:pt x="399021" y="191287"/>
                  </a:lnTo>
                  <a:lnTo>
                    <a:pt x="325970" y="191287"/>
                  </a:lnTo>
                  <a:lnTo>
                    <a:pt x="135763" y="120992"/>
                  </a:lnTo>
                  <a:lnTo>
                    <a:pt x="22047" y="42430"/>
                  </a:lnTo>
                  <a:lnTo>
                    <a:pt x="24803" y="39674"/>
                  </a:lnTo>
                  <a:lnTo>
                    <a:pt x="34912" y="33693"/>
                  </a:lnTo>
                  <a:lnTo>
                    <a:pt x="46774" y="32689"/>
                  </a:lnTo>
                  <a:lnTo>
                    <a:pt x="59016" y="35699"/>
                  </a:lnTo>
                  <a:lnTo>
                    <a:pt x="70294" y="41744"/>
                  </a:lnTo>
                  <a:lnTo>
                    <a:pt x="144030" y="84467"/>
                  </a:lnTo>
                  <a:lnTo>
                    <a:pt x="172974" y="101701"/>
                  </a:lnTo>
                  <a:lnTo>
                    <a:pt x="175729" y="103073"/>
                  </a:lnTo>
                  <a:lnTo>
                    <a:pt x="305295" y="103073"/>
                  </a:lnTo>
                  <a:lnTo>
                    <a:pt x="308737" y="98945"/>
                  </a:lnTo>
                  <a:lnTo>
                    <a:pt x="308737" y="89979"/>
                  </a:lnTo>
                  <a:lnTo>
                    <a:pt x="304609" y="86537"/>
                  </a:lnTo>
                  <a:lnTo>
                    <a:pt x="221907" y="86537"/>
                  </a:lnTo>
                  <a:lnTo>
                    <a:pt x="220192" y="85852"/>
                  </a:lnTo>
                  <a:lnTo>
                    <a:pt x="212801" y="82880"/>
                  </a:lnTo>
                  <a:lnTo>
                    <a:pt x="205447" y="75857"/>
                  </a:lnTo>
                  <a:lnTo>
                    <a:pt x="200291" y="66763"/>
                  </a:lnTo>
                  <a:lnTo>
                    <a:pt x="197789" y="56896"/>
                  </a:lnTo>
                  <a:lnTo>
                    <a:pt x="323215" y="56896"/>
                  </a:lnTo>
                  <a:lnTo>
                    <a:pt x="373519" y="101003"/>
                  </a:lnTo>
                  <a:lnTo>
                    <a:pt x="374904" y="102387"/>
                  </a:lnTo>
                  <a:lnTo>
                    <a:pt x="376961" y="103073"/>
                  </a:lnTo>
                  <a:lnTo>
                    <a:pt x="398335" y="103073"/>
                  </a:lnTo>
                  <a:lnTo>
                    <a:pt x="399021" y="191287"/>
                  </a:lnTo>
                  <a:lnTo>
                    <a:pt x="399021" y="85153"/>
                  </a:lnTo>
                  <a:lnTo>
                    <a:pt x="383171" y="85153"/>
                  </a:lnTo>
                  <a:lnTo>
                    <a:pt x="350939" y="56896"/>
                  </a:lnTo>
                  <a:lnTo>
                    <a:pt x="332867" y="41046"/>
                  </a:lnTo>
                  <a:lnTo>
                    <a:pt x="331482" y="39674"/>
                  </a:lnTo>
                  <a:lnTo>
                    <a:pt x="329412" y="38989"/>
                  </a:lnTo>
                  <a:lnTo>
                    <a:pt x="186067" y="38989"/>
                  </a:lnTo>
                  <a:lnTo>
                    <a:pt x="181940" y="42430"/>
                  </a:lnTo>
                  <a:lnTo>
                    <a:pt x="181940" y="47256"/>
                  </a:lnTo>
                  <a:lnTo>
                    <a:pt x="181241" y="52082"/>
                  </a:lnTo>
                  <a:lnTo>
                    <a:pt x="182003" y="61226"/>
                  </a:lnTo>
                  <a:lnTo>
                    <a:pt x="184175" y="70002"/>
                  </a:lnTo>
                  <a:lnTo>
                    <a:pt x="187642" y="78244"/>
                  </a:lnTo>
                  <a:lnTo>
                    <a:pt x="192278" y="85852"/>
                  </a:lnTo>
                  <a:lnTo>
                    <a:pt x="182626" y="85852"/>
                  </a:lnTo>
                  <a:lnTo>
                    <a:pt x="171919" y="69303"/>
                  </a:lnTo>
                  <a:lnTo>
                    <a:pt x="150926" y="36893"/>
                  </a:lnTo>
                  <a:lnTo>
                    <a:pt x="150926" y="69303"/>
                  </a:lnTo>
                  <a:lnTo>
                    <a:pt x="101307" y="40360"/>
                  </a:lnTo>
                  <a:lnTo>
                    <a:pt x="96850" y="32689"/>
                  </a:lnTo>
                  <a:lnTo>
                    <a:pt x="91694" y="23825"/>
                  </a:lnTo>
                  <a:lnTo>
                    <a:pt x="88900" y="18999"/>
                  </a:lnTo>
                  <a:lnTo>
                    <a:pt x="93027" y="17614"/>
                  </a:lnTo>
                  <a:lnTo>
                    <a:pt x="104495" y="17005"/>
                  </a:lnTo>
                  <a:lnTo>
                    <a:pt x="115519" y="21501"/>
                  </a:lnTo>
                  <a:lnTo>
                    <a:pt x="125107" y="29730"/>
                  </a:lnTo>
                  <a:lnTo>
                    <a:pt x="132321" y="40360"/>
                  </a:lnTo>
                  <a:lnTo>
                    <a:pt x="150926" y="69303"/>
                  </a:lnTo>
                  <a:lnTo>
                    <a:pt x="150926" y="36893"/>
                  </a:lnTo>
                  <a:lnTo>
                    <a:pt x="150063" y="35547"/>
                  </a:lnTo>
                  <a:lnTo>
                    <a:pt x="143344" y="25196"/>
                  </a:lnTo>
                  <a:lnTo>
                    <a:pt x="136055" y="17005"/>
                  </a:lnTo>
                  <a:lnTo>
                    <a:pt x="132499" y="13004"/>
                  </a:lnTo>
                  <a:lnTo>
                    <a:pt x="119138" y="4178"/>
                  </a:lnTo>
                  <a:lnTo>
                    <a:pt x="104089" y="0"/>
                  </a:lnTo>
                  <a:lnTo>
                    <a:pt x="88214" y="1765"/>
                  </a:lnTo>
                  <a:lnTo>
                    <a:pt x="74422" y="6591"/>
                  </a:lnTo>
                  <a:lnTo>
                    <a:pt x="70294" y="8661"/>
                  </a:lnTo>
                  <a:lnTo>
                    <a:pt x="67538" y="13487"/>
                  </a:lnTo>
                  <a:lnTo>
                    <a:pt x="69596" y="17614"/>
                  </a:lnTo>
                  <a:lnTo>
                    <a:pt x="73050" y="23825"/>
                  </a:lnTo>
                  <a:lnTo>
                    <a:pt x="57772" y="17881"/>
                  </a:lnTo>
                  <a:lnTo>
                    <a:pt x="13093" y="27952"/>
                  </a:lnTo>
                  <a:lnTo>
                    <a:pt x="0" y="43116"/>
                  </a:lnTo>
                  <a:lnTo>
                    <a:pt x="685" y="48628"/>
                  </a:lnTo>
                  <a:lnTo>
                    <a:pt x="4127" y="51384"/>
                  </a:lnTo>
                  <a:lnTo>
                    <a:pt x="127495" y="136156"/>
                  </a:lnTo>
                  <a:lnTo>
                    <a:pt x="321144" y="208521"/>
                  </a:lnTo>
                  <a:lnTo>
                    <a:pt x="398335" y="208521"/>
                  </a:lnTo>
                  <a:lnTo>
                    <a:pt x="398335" y="227126"/>
                  </a:lnTo>
                  <a:lnTo>
                    <a:pt x="401777" y="230568"/>
                  </a:lnTo>
                  <a:lnTo>
                    <a:pt x="455536" y="230568"/>
                  </a:lnTo>
                  <a:lnTo>
                    <a:pt x="455536" y="271919"/>
                  </a:lnTo>
                  <a:lnTo>
                    <a:pt x="459663" y="275361"/>
                  </a:lnTo>
                  <a:lnTo>
                    <a:pt x="585787" y="275361"/>
                  </a:lnTo>
                  <a:lnTo>
                    <a:pt x="589229" y="271233"/>
                  </a:lnTo>
                  <a:lnTo>
                    <a:pt x="589229" y="262966"/>
                  </a:lnTo>
                  <a:close/>
                </a:path>
              </a:pathLst>
            </a:custGeom>
            <a:solidFill>
              <a:srgbClr val="1B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924059" y="8159825"/>
            <a:ext cx="1024890" cy="1024890"/>
            <a:chOff x="2924059" y="8159825"/>
            <a:chExt cx="1024890" cy="1024890"/>
          </a:xfrm>
        </p:grpSpPr>
        <p:sp>
          <p:nvSpPr>
            <p:cNvPr id="13" name="object 13"/>
            <p:cNvSpPr/>
            <p:nvPr/>
          </p:nvSpPr>
          <p:spPr>
            <a:xfrm>
              <a:off x="2924059" y="8159825"/>
              <a:ext cx="1024890" cy="1024890"/>
            </a:xfrm>
            <a:custGeom>
              <a:avLst/>
              <a:gdLst/>
              <a:ahLst/>
              <a:cxnLst/>
              <a:rect l="l" t="t" r="r" b="b"/>
              <a:pathLst>
                <a:path w="1024889" h="1024890">
                  <a:moveTo>
                    <a:pt x="512296" y="1024592"/>
                  </a:moveTo>
                  <a:lnTo>
                    <a:pt x="465667" y="1022499"/>
                  </a:lnTo>
                  <a:lnTo>
                    <a:pt x="420210" y="1016338"/>
                  </a:lnTo>
                  <a:lnTo>
                    <a:pt x="376107" y="1006293"/>
                  </a:lnTo>
                  <a:lnTo>
                    <a:pt x="333539" y="992542"/>
                  </a:lnTo>
                  <a:lnTo>
                    <a:pt x="292687" y="975267"/>
                  </a:lnTo>
                  <a:lnTo>
                    <a:pt x="253730" y="954649"/>
                  </a:lnTo>
                  <a:lnTo>
                    <a:pt x="216851" y="930869"/>
                  </a:lnTo>
                  <a:lnTo>
                    <a:pt x="182230" y="904107"/>
                  </a:lnTo>
                  <a:lnTo>
                    <a:pt x="150048" y="874544"/>
                  </a:lnTo>
                  <a:lnTo>
                    <a:pt x="120485" y="842362"/>
                  </a:lnTo>
                  <a:lnTo>
                    <a:pt x="93723" y="807741"/>
                  </a:lnTo>
                  <a:lnTo>
                    <a:pt x="69943" y="770862"/>
                  </a:lnTo>
                  <a:lnTo>
                    <a:pt x="49325" y="731906"/>
                  </a:lnTo>
                  <a:lnTo>
                    <a:pt x="32050" y="691053"/>
                  </a:lnTo>
                  <a:lnTo>
                    <a:pt x="18299" y="648485"/>
                  </a:lnTo>
                  <a:lnTo>
                    <a:pt x="8253" y="604382"/>
                  </a:lnTo>
                  <a:lnTo>
                    <a:pt x="2093" y="558926"/>
                  </a:lnTo>
                  <a:lnTo>
                    <a:pt x="0" y="512296"/>
                  </a:lnTo>
                  <a:lnTo>
                    <a:pt x="2093" y="465667"/>
                  </a:lnTo>
                  <a:lnTo>
                    <a:pt x="8253" y="420210"/>
                  </a:lnTo>
                  <a:lnTo>
                    <a:pt x="18299" y="376107"/>
                  </a:lnTo>
                  <a:lnTo>
                    <a:pt x="32050" y="333539"/>
                  </a:lnTo>
                  <a:lnTo>
                    <a:pt x="49325" y="292686"/>
                  </a:lnTo>
                  <a:lnTo>
                    <a:pt x="69943" y="253730"/>
                  </a:lnTo>
                  <a:lnTo>
                    <a:pt x="93723" y="216851"/>
                  </a:lnTo>
                  <a:lnTo>
                    <a:pt x="120485" y="182230"/>
                  </a:lnTo>
                  <a:lnTo>
                    <a:pt x="150048" y="150048"/>
                  </a:lnTo>
                  <a:lnTo>
                    <a:pt x="182230" y="120485"/>
                  </a:lnTo>
                  <a:lnTo>
                    <a:pt x="216851" y="93723"/>
                  </a:lnTo>
                  <a:lnTo>
                    <a:pt x="253730" y="69943"/>
                  </a:lnTo>
                  <a:lnTo>
                    <a:pt x="292687" y="49325"/>
                  </a:lnTo>
                  <a:lnTo>
                    <a:pt x="333539" y="32050"/>
                  </a:lnTo>
                  <a:lnTo>
                    <a:pt x="376107" y="18299"/>
                  </a:lnTo>
                  <a:lnTo>
                    <a:pt x="420210" y="8253"/>
                  </a:lnTo>
                  <a:lnTo>
                    <a:pt x="465667" y="2093"/>
                  </a:lnTo>
                  <a:lnTo>
                    <a:pt x="512296" y="0"/>
                  </a:lnTo>
                  <a:lnTo>
                    <a:pt x="558925" y="2093"/>
                  </a:lnTo>
                  <a:lnTo>
                    <a:pt x="604382" y="8253"/>
                  </a:lnTo>
                  <a:lnTo>
                    <a:pt x="648485" y="18299"/>
                  </a:lnTo>
                  <a:lnTo>
                    <a:pt x="691053" y="32050"/>
                  </a:lnTo>
                  <a:lnTo>
                    <a:pt x="731905" y="49325"/>
                  </a:lnTo>
                  <a:lnTo>
                    <a:pt x="770862" y="69943"/>
                  </a:lnTo>
                  <a:lnTo>
                    <a:pt x="807741" y="93723"/>
                  </a:lnTo>
                  <a:lnTo>
                    <a:pt x="842362" y="120485"/>
                  </a:lnTo>
                  <a:lnTo>
                    <a:pt x="874544" y="150048"/>
                  </a:lnTo>
                  <a:lnTo>
                    <a:pt x="904107" y="182230"/>
                  </a:lnTo>
                  <a:lnTo>
                    <a:pt x="930869" y="216851"/>
                  </a:lnTo>
                  <a:lnTo>
                    <a:pt x="954649" y="253730"/>
                  </a:lnTo>
                  <a:lnTo>
                    <a:pt x="975267" y="292686"/>
                  </a:lnTo>
                  <a:lnTo>
                    <a:pt x="992542" y="333539"/>
                  </a:lnTo>
                  <a:lnTo>
                    <a:pt x="1006293" y="376107"/>
                  </a:lnTo>
                  <a:lnTo>
                    <a:pt x="1016339" y="420210"/>
                  </a:lnTo>
                  <a:lnTo>
                    <a:pt x="1022499" y="465667"/>
                  </a:lnTo>
                  <a:lnTo>
                    <a:pt x="1024592" y="512296"/>
                  </a:lnTo>
                  <a:lnTo>
                    <a:pt x="1022499" y="558926"/>
                  </a:lnTo>
                  <a:lnTo>
                    <a:pt x="1016339" y="604382"/>
                  </a:lnTo>
                  <a:lnTo>
                    <a:pt x="1006293" y="648485"/>
                  </a:lnTo>
                  <a:lnTo>
                    <a:pt x="992542" y="691053"/>
                  </a:lnTo>
                  <a:lnTo>
                    <a:pt x="975267" y="731906"/>
                  </a:lnTo>
                  <a:lnTo>
                    <a:pt x="954649" y="770862"/>
                  </a:lnTo>
                  <a:lnTo>
                    <a:pt x="930869" y="807741"/>
                  </a:lnTo>
                  <a:lnTo>
                    <a:pt x="904107" y="842362"/>
                  </a:lnTo>
                  <a:lnTo>
                    <a:pt x="874544" y="874544"/>
                  </a:lnTo>
                  <a:lnTo>
                    <a:pt x="842362" y="904107"/>
                  </a:lnTo>
                  <a:lnTo>
                    <a:pt x="807741" y="930869"/>
                  </a:lnTo>
                  <a:lnTo>
                    <a:pt x="770862" y="954649"/>
                  </a:lnTo>
                  <a:lnTo>
                    <a:pt x="731905" y="975267"/>
                  </a:lnTo>
                  <a:lnTo>
                    <a:pt x="691053" y="992542"/>
                  </a:lnTo>
                  <a:lnTo>
                    <a:pt x="648485" y="1006293"/>
                  </a:lnTo>
                  <a:lnTo>
                    <a:pt x="604382" y="1016338"/>
                  </a:lnTo>
                  <a:lnTo>
                    <a:pt x="558925" y="1022499"/>
                  </a:lnTo>
                  <a:lnTo>
                    <a:pt x="512296" y="1024592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9881" y="8448490"/>
              <a:ext cx="191450" cy="17596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11846" y="8681151"/>
              <a:ext cx="219422" cy="21943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91942" y="8511425"/>
              <a:ext cx="488950" cy="384810"/>
            </a:xfrm>
            <a:custGeom>
              <a:avLst/>
              <a:gdLst/>
              <a:ahLst/>
              <a:cxnLst/>
              <a:rect l="l" t="t" r="r" b="b"/>
              <a:pathLst>
                <a:path w="488950" h="384809">
                  <a:moveTo>
                    <a:pt x="328853" y="122491"/>
                  </a:moveTo>
                  <a:lnTo>
                    <a:pt x="216217" y="9842"/>
                  </a:lnTo>
                  <a:lnTo>
                    <a:pt x="192468" y="0"/>
                  </a:lnTo>
                  <a:lnTo>
                    <a:pt x="185851" y="647"/>
                  </a:lnTo>
                  <a:lnTo>
                    <a:pt x="179590" y="2540"/>
                  </a:lnTo>
                  <a:lnTo>
                    <a:pt x="173824" y="5626"/>
                  </a:lnTo>
                  <a:lnTo>
                    <a:pt x="159804" y="17170"/>
                  </a:lnTo>
                  <a:lnTo>
                    <a:pt x="149783" y="22517"/>
                  </a:lnTo>
                  <a:lnTo>
                    <a:pt x="138925" y="25806"/>
                  </a:lnTo>
                  <a:lnTo>
                    <a:pt x="127457" y="26924"/>
                  </a:lnTo>
                  <a:lnTo>
                    <a:pt x="117716" y="26123"/>
                  </a:lnTo>
                  <a:lnTo>
                    <a:pt x="108369" y="23749"/>
                  </a:lnTo>
                  <a:lnTo>
                    <a:pt x="99593" y="19875"/>
                  </a:lnTo>
                  <a:lnTo>
                    <a:pt x="91528" y="14554"/>
                  </a:lnTo>
                  <a:lnTo>
                    <a:pt x="0" y="106070"/>
                  </a:lnTo>
                  <a:lnTo>
                    <a:pt x="73050" y="179120"/>
                  </a:lnTo>
                  <a:lnTo>
                    <a:pt x="149466" y="102184"/>
                  </a:lnTo>
                  <a:lnTo>
                    <a:pt x="150952" y="100698"/>
                  </a:lnTo>
                  <a:lnTo>
                    <a:pt x="185750" y="86487"/>
                  </a:lnTo>
                  <a:lnTo>
                    <a:pt x="191274" y="86487"/>
                  </a:lnTo>
                  <a:lnTo>
                    <a:pt x="263105" y="140360"/>
                  </a:lnTo>
                  <a:lnTo>
                    <a:pt x="268249" y="144589"/>
                  </a:lnTo>
                  <a:lnTo>
                    <a:pt x="274027" y="147688"/>
                  </a:lnTo>
                  <a:lnTo>
                    <a:pt x="280301" y="149593"/>
                  </a:lnTo>
                  <a:lnTo>
                    <a:pt x="286931" y="150241"/>
                  </a:lnTo>
                  <a:lnTo>
                    <a:pt x="293497" y="149606"/>
                  </a:lnTo>
                  <a:lnTo>
                    <a:pt x="299732" y="147726"/>
                  </a:lnTo>
                  <a:lnTo>
                    <a:pt x="305485" y="144678"/>
                  </a:lnTo>
                  <a:lnTo>
                    <a:pt x="310603" y="140525"/>
                  </a:lnTo>
                  <a:lnTo>
                    <a:pt x="328853" y="122491"/>
                  </a:lnTo>
                  <a:close/>
                </a:path>
                <a:path w="488950" h="384809">
                  <a:moveTo>
                    <a:pt x="488810" y="110845"/>
                  </a:moveTo>
                  <a:lnTo>
                    <a:pt x="397268" y="19291"/>
                  </a:lnTo>
                  <a:lnTo>
                    <a:pt x="389204" y="24612"/>
                  </a:lnTo>
                  <a:lnTo>
                    <a:pt x="380415" y="28498"/>
                  </a:lnTo>
                  <a:lnTo>
                    <a:pt x="371081" y="30861"/>
                  </a:lnTo>
                  <a:lnTo>
                    <a:pt x="361340" y="31673"/>
                  </a:lnTo>
                  <a:lnTo>
                    <a:pt x="349872" y="30556"/>
                  </a:lnTo>
                  <a:lnTo>
                    <a:pt x="339001" y="27266"/>
                  </a:lnTo>
                  <a:lnTo>
                    <a:pt x="328993" y="21907"/>
                  </a:lnTo>
                  <a:lnTo>
                    <a:pt x="314972" y="10375"/>
                  </a:lnTo>
                  <a:lnTo>
                    <a:pt x="309206" y="7289"/>
                  </a:lnTo>
                  <a:lnTo>
                    <a:pt x="302945" y="5397"/>
                  </a:lnTo>
                  <a:lnTo>
                    <a:pt x="296341" y="4762"/>
                  </a:lnTo>
                  <a:lnTo>
                    <a:pt x="289725" y="5397"/>
                  </a:lnTo>
                  <a:lnTo>
                    <a:pt x="283476" y="7302"/>
                  </a:lnTo>
                  <a:lnTo>
                    <a:pt x="277710" y="10388"/>
                  </a:lnTo>
                  <a:lnTo>
                    <a:pt x="272580" y="14592"/>
                  </a:lnTo>
                  <a:lnTo>
                    <a:pt x="264261" y="22923"/>
                  </a:lnTo>
                  <a:lnTo>
                    <a:pt x="357479" y="116141"/>
                  </a:lnTo>
                  <a:lnTo>
                    <a:pt x="358800" y="119316"/>
                  </a:lnTo>
                  <a:lnTo>
                    <a:pt x="328015" y="158115"/>
                  </a:lnTo>
                  <a:lnTo>
                    <a:pt x="286969" y="174955"/>
                  </a:lnTo>
                  <a:lnTo>
                    <a:pt x="275475" y="173837"/>
                  </a:lnTo>
                  <a:lnTo>
                    <a:pt x="264591" y="170535"/>
                  </a:lnTo>
                  <a:lnTo>
                    <a:pt x="254571" y="165176"/>
                  </a:lnTo>
                  <a:lnTo>
                    <a:pt x="245656" y="157848"/>
                  </a:lnTo>
                  <a:lnTo>
                    <a:pt x="201980" y="114173"/>
                  </a:lnTo>
                  <a:lnTo>
                    <a:pt x="194843" y="111226"/>
                  </a:lnTo>
                  <a:lnTo>
                    <a:pt x="181241" y="111226"/>
                  </a:lnTo>
                  <a:lnTo>
                    <a:pt x="175412" y="113195"/>
                  </a:lnTo>
                  <a:lnTo>
                    <a:pt x="170586" y="116649"/>
                  </a:lnTo>
                  <a:lnTo>
                    <a:pt x="64376" y="222846"/>
                  </a:lnTo>
                  <a:lnTo>
                    <a:pt x="60337" y="228904"/>
                  </a:lnTo>
                  <a:lnTo>
                    <a:pt x="59004" y="235813"/>
                  </a:lnTo>
                  <a:lnTo>
                    <a:pt x="60337" y="242722"/>
                  </a:lnTo>
                  <a:lnTo>
                    <a:pt x="64376" y="248793"/>
                  </a:lnTo>
                  <a:lnTo>
                    <a:pt x="67830" y="252234"/>
                  </a:lnTo>
                  <a:lnTo>
                    <a:pt x="72440" y="254165"/>
                  </a:lnTo>
                  <a:lnTo>
                    <a:pt x="82257" y="254165"/>
                  </a:lnTo>
                  <a:lnTo>
                    <a:pt x="86855" y="252260"/>
                  </a:lnTo>
                  <a:lnTo>
                    <a:pt x="95148" y="243954"/>
                  </a:lnTo>
                  <a:lnTo>
                    <a:pt x="102971" y="243954"/>
                  </a:lnTo>
                  <a:lnTo>
                    <a:pt x="110223" y="251206"/>
                  </a:lnTo>
                  <a:lnTo>
                    <a:pt x="111429" y="254355"/>
                  </a:lnTo>
                  <a:lnTo>
                    <a:pt x="111429" y="260692"/>
                  </a:lnTo>
                  <a:lnTo>
                    <a:pt x="110223" y="263855"/>
                  </a:lnTo>
                  <a:lnTo>
                    <a:pt x="107797" y="266268"/>
                  </a:lnTo>
                  <a:lnTo>
                    <a:pt x="103771" y="272338"/>
                  </a:lnTo>
                  <a:lnTo>
                    <a:pt x="102438" y="279247"/>
                  </a:lnTo>
                  <a:lnTo>
                    <a:pt x="103771" y="286156"/>
                  </a:lnTo>
                  <a:lnTo>
                    <a:pt x="107797" y="292227"/>
                  </a:lnTo>
                  <a:lnTo>
                    <a:pt x="111277" y="295668"/>
                  </a:lnTo>
                  <a:lnTo>
                    <a:pt x="115874" y="297599"/>
                  </a:lnTo>
                  <a:lnTo>
                    <a:pt x="125679" y="297599"/>
                  </a:lnTo>
                  <a:lnTo>
                    <a:pt x="130289" y="295694"/>
                  </a:lnTo>
                  <a:lnTo>
                    <a:pt x="138582" y="287388"/>
                  </a:lnTo>
                  <a:lnTo>
                    <a:pt x="146405" y="287388"/>
                  </a:lnTo>
                  <a:lnTo>
                    <a:pt x="153644" y="294640"/>
                  </a:lnTo>
                  <a:lnTo>
                    <a:pt x="154851" y="297802"/>
                  </a:lnTo>
                  <a:lnTo>
                    <a:pt x="154851" y="304139"/>
                  </a:lnTo>
                  <a:lnTo>
                    <a:pt x="153644" y="307289"/>
                  </a:lnTo>
                  <a:lnTo>
                    <a:pt x="147764" y="313169"/>
                  </a:lnTo>
                  <a:lnTo>
                    <a:pt x="145859" y="317792"/>
                  </a:lnTo>
                  <a:lnTo>
                    <a:pt x="145859" y="327596"/>
                  </a:lnTo>
                  <a:lnTo>
                    <a:pt x="147764" y="332206"/>
                  </a:lnTo>
                  <a:lnTo>
                    <a:pt x="154698" y="339128"/>
                  </a:lnTo>
                  <a:lnTo>
                    <a:pt x="159308" y="341045"/>
                  </a:lnTo>
                  <a:lnTo>
                    <a:pt x="169113" y="341045"/>
                  </a:lnTo>
                  <a:lnTo>
                    <a:pt x="173710" y="339128"/>
                  </a:lnTo>
                  <a:lnTo>
                    <a:pt x="182016" y="330847"/>
                  </a:lnTo>
                  <a:lnTo>
                    <a:pt x="189839" y="330847"/>
                  </a:lnTo>
                  <a:lnTo>
                    <a:pt x="197091" y="338086"/>
                  </a:lnTo>
                  <a:lnTo>
                    <a:pt x="198297" y="341249"/>
                  </a:lnTo>
                  <a:lnTo>
                    <a:pt x="198297" y="347573"/>
                  </a:lnTo>
                  <a:lnTo>
                    <a:pt x="197091" y="350735"/>
                  </a:lnTo>
                  <a:lnTo>
                    <a:pt x="194665" y="353148"/>
                  </a:lnTo>
                  <a:lnTo>
                    <a:pt x="190652" y="359219"/>
                  </a:lnTo>
                  <a:lnTo>
                    <a:pt x="189306" y="366128"/>
                  </a:lnTo>
                  <a:lnTo>
                    <a:pt x="190652" y="373037"/>
                  </a:lnTo>
                  <a:lnTo>
                    <a:pt x="194665" y="379107"/>
                  </a:lnTo>
                  <a:lnTo>
                    <a:pt x="198132" y="382574"/>
                  </a:lnTo>
                  <a:lnTo>
                    <a:pt x="202742" y="384479"/>
                  </a:lnTo>
                  <a:lnTo>
                    <a:pt x="212547" y="384479"/>
                  </a:lnTo>
                  <a:lnTo>
                    <a:pt x="217144" y="382574"/>
                  </a:lnTo>
                  <a:lnTo>
                    <a:pt x="229336" y="370382"/>
                  </a:lnTo>
                  <a:lnTo>
                    <a:pt x="207810" y="348869"/>
                  </a:lnTo>
                  <a:lnTo>
                    <a:pt x="198361" y="334619"/>
                  </a:lnTo>
                  <a:lnTo>
                    <a:pt x="195211" y="318414"/>
                  </a:lnTo>
                  <a:lnTo>
                    <a:pt x="198361" y="302196"/>
                  </a:lnTo>
                  <a:lnTo>
                    <a:pt x="207810" y="287947"/>
                  </a:lnTo>
                  <a:lnTo>
                    <a:pt x="214376" y="282549"/>
                  </a:lnTo>
                  <a:lnTo>
                    <a:pt x="221767" y="278599"/>
                  </a:lnTo>
                  <a:lnTo>
                    <a:pt x="229793" y="276161"/>
                  </a:lnTo>
                  <a:lnTo>
                    <a:pt x="238645" y="275348"/>
                  </a:lnTo>
                  <a:lnTo>
                    <a:pt x="239458" y="266496"/>
                  </a:lnTo>
                  <a:lnTo>
                    <a:pt x="265201" y="235165"/>
                  </a:lnTo>
                  <a:lnTo>
                    <a:pt x="282092" y="231927"/>
                  </a:lnTo>
                  <a:lnTo>
                    <a:pt x="282816" y="223583"/>
                  </a:lnTo>
                  <a:lnTo>
                    <a:pt x="308622" y="191731"/>
                  </a:lnTo>
                  <a:lnTo>
                    <a:pt x="325526" y="188493"/>
                  </a:lnTo>
                  <a:lnTo>
                    <a:pt x="326237" y="180162"/>
                  </a:lnTo>
                  <a:lnTo>
                    <a:pt x="352069" y="148297"/>
                  </a:lnTo>
                  <a:lnTo>
                    <a:pt x="368541" y="145046"/>
                  </a:lnTo>
                  <a:lnTo>
                    <a:pt x="377012" y="145872"/>
                  </a:lnTo>
                  <a:lnTo>
                    <a:pt x="385038" y="148297"/>
                  </a:lnTo>
                  <a:lnTo>
                    <a:pt x="392430" y="152247"/>
                  </a:lnTo>
                  <a:lnTo>
                    <a:pt x="398995" y="157670"/>
                  </a:lnTo>
                  <a:lnTo>
                    <a:pt x="420497" y="179158"/>
                  </a:lnTo>
                  <a:lnTo>
                    <a:pt x="488810" y="110845"/>
                  </a:lnTo>
                  <a:close/>
                </a:path>
              </a:pathLst>
            </a:custGeom>
            <a:solidFill>
              <a:srgbClr val="1B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91371" y="8443743"/>
              <a:ext cx="191463" cy="17596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4371451" y="8379192"/>
            <a:ext cx="1024890" cy="805815"/>
            <a:chOff x="4371451" y="8379192"/>
            <a:chExt cx="1024890" cy="805815"/>
          </a:xfrm>
        </p:grpSpPr>
        <p:sp>
          <p:nvSpPr>
            <p:cNvPr id="19" name="object 19"/>
            <p:cNvSpPr/>
            <p:nvPr/>
          </p:nvSpPr>
          <p:spPr>
            <a:xfrm>
              <a:off x="4371451" y="8379192"/>
              <a:ext cx="1024890" cy="805815"/>
            </a:xfrm>
            <a:custGeom>
              <a:avLst/>
              <a:gdLst/>
              <a:ahLst/>
              <a:cxnLst/>
              <a:rect l="l" t="t" r="r" b="b"/>
              <a:pathLst>
                <a:path w="1024889" h="805815">
                  <a:moveTo>
                    <a:pt x="512296" y="805227"/>
                  </a:moveTo>
                  <a:lnTo>
                    <a:pt x="459917" y="803148"/>
                  </a:lnTo>
                  <a:lnTo>
                    <a:pt x="409050" y="797047"/>
                  </a:lnTo>
                  <a:lnTo>
                    <a:pt x="359955" y="787126"/>
                  </a:lnTo>
                  <a:lnTo>
                    <a:pt x="312887" y="773587"/>
                  </a:lnTo>
                  <a:lnTo>
                    <a:pt x="268105" y="756633"/>
                  </a:lnTo>
                  <a:lnTo>
                    <a:pt x="225866" y="736466"/>
                  </a:lnTo>
                  <a:lnTo>
                    <a:pt x="186428" y="713289"/>
                  </a:lnTo>
                  <a:lnTo>
                    <a:pt x="150048" y="687304"/>
                  </a:lnTo>
                  <a:lnTo>
                    <a:pt x="116983" y="658713"/>
                  </a:lnTo>
                  <a:lnTo>
                    <a:pt x="87492" y="627718"/>
                  </a:lnTo>
                  <a:lnTo>
                    <a:pt x="61831" y="594522"/>
                  </a:lnTo>
                  <a:lnTo>
                    <a:pt x="40258" y="559328"/>
                  </a:lnTo>
                  <a:lnTo>
                    <a:pt x="23031" y="522338"/>
                  </a:lnTo>
                  <a:lnTo>
                    <a:pt x="10408" y="483754"/>
                  </a:lnTo>
                  <a:lnTo>
                    <a:pt x="2644" y="443778"/>
                  </a:lnTo>
                  <a:lnTo>
                    <a:pt x="0" y="402613"/>
                  </a:lnTo>
                  <a:lnTo>
                    <a:pt x="2644" y="361448"/>
                  </a:lnTo>
                  <a:lnTo>
                    <a:pt x="10408" y="321472"/>
                  </a:lnTo>
                  <a:lnTo>
                    <a:pt x="23031" y="282888"/>
                  </a:lnTo>
                  <a:lnTo>
                    <a:pt x="40258" y="245897"/>
                  </a:lnTo>
                  <a:lnTo>
                    <a:pt x="61831" y="210703"/>
                  </a:lnTo>
                  <a:lnTo>
                    <a:pt x="87492" y="177508"/>
                  </a:lnTo>
                  <a:lnTo>
                    <a:pt x="116983" y="146513"/>
                  </a:lnTo>
                  <a:lnTo>
                    <a:pt x="150048" y="117922"/>
                  </a:lnTo>
                  <a:lnTo>
                    <a:pt x="186428" y="91937"/>
                  </a:lnTo>
                  <a:lnTo>
                    <a:pt x="225866" y="68759"/>
                  </a:lnTo>
                  <a:lnTo>
                    <a:pt x="268105" y="48593"/>
                  </a:lnTo>
                  <a:lnTo>
                    <a:pt x="312887" y="31639"/>
                  </a:lnTo>
                  <a:lnTo>
                    <a:pt x="359955" y="18100"/>
                  </a:lnTo>
                  <a:lnTo>
                    <a:pt x="409050" y="8179"/>
                  </a:lnTo>
                  <a:lnTo>
                    <a:pt x="459917" y="2078"/>
                  </a:lnTo>
                  <a:lnTo>
                    <a:pt x="512296" y="0"/>
                  </a:lnTo>
                  <a:lnTo>
                    <a:pt x="564675" y="2078"/>
                  </a:lnTo>
                  <a:lnTo>
                    <a:pt x="615542" y="8179"/>
                  </a:lnTo>
                  <a:lnTo>
                    <a:pt x="664637" y="18100"/>
                  </a:lnTo>
                  <a:lnTo>
                    <a:pt x="711705" y="31639"/>
                  </a:lnTo>
                  <a:lnTo>
                    <a:pt x="756487" y="48593"/>
                  </a:lnTo>
                  <a:lnTo>
                    <a:pt x="798726" y="68759"/>
                  </a:lnTo>
                  <a:lnTo>
                    <a:pt x="838164" y="91937"/>
                  </a:lnTo>
                  <a:lnTo>
                    <a:pt x="874544" y="117922"/>
                  </a:lnTo>
                  <a:lnTo>
                    <a:pt x="907609" y="146513"/>
                  </a:lnTo>
                  <a:lnTo>
                    <a:pt x="937100" y="177508"/>
                  </a:lnTo>
                  <a:lnTo>
                    <a:pt x="962761" y="210703"/>
                  </a:lnTo>
                  <a:lnTo>
                    <a:pt x="984334" y="245897"/>
                  </a:lnTo>
                  <a:lnTo>
                    <a:pt x="1001561" y="282888"/>
                  </a:lnTo>
                  <a:lnTo>
                    <a:pt x="1014185" y="321472"/>
                  </a:lnTo>
                  <a:lnTo>
                    <a:pt x="1021948" y="361448"/>
                  </a:lnTo>
                  <a:lnTo>
                    <a:pt x="1024593" y="402613"/>
                  </a:lnTo>
                  <a:lnTo>
                    <a:pt x="1021948" y="443778"/>
                  </a:lnTo>
                  <a:lnTo>
                    <a:pt x="1014185" y="483754"/>
                  </a:lnTo>
                  <a:lnTo>
                    <a:pt x="1001561" y="522338"/>
                  </a:lnTo>
                  <a:lnTo>
                    <a:pt x="984334" y="559328"/>
                  </a:lnTo>
                  <a:lnTo>
                    <a:pt x="962761" y="594522"/>
                  </a:lnTo>
                  <a:lnTo>
                    <a:pt x="937100" y="627718"/>
                  </a:lnTo>
                  <a:lnTo>
                    <a:pt x="907609" y="658713"/>
                  </a:lnTo>
                  <a:lnTo>
                    <a:pt x="874544" y="687304"/>
                  </a:lnTo>
                  <a:lnTo>
                    <a:pt x="838164" y="713289"/>
                  </a:lnTo>
                  <a:lnTo>
                    <a:pt x="798726" y="736466"/>
                  </a:lnTo>
                  <a:lnTo>
                    <a:pt x="756487" y="756633"/>
                  </a:lnTo>
                  <a:lnTo>
                    <a:pt x="711705" y="773587"/>
                  </a:lnTo>
                  <a:lnTo>
                    <a:pt x="664637" y="787126"/>
                  </a:lnTo>
                  <a:lnTo>
                    <a:pt x="615542" y="797047"/>
                  </a:lnTo>
                  <a:lnTo>
                    <a:pt x="564675" y="803148"/>
                  </a:lnTo>
                  <a:lnTo>
                    <a:pt x="512296" y="805227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22084" y="8963570"/>
              <a:ext cx="125179" cy="8146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876393" y="8446960"/>
              <a:ext cx="113030" cy="101600"/>
            </a:xfrm>
            <a:custGeom>
              <a:avLst/>
              <a:gdLst/>
              <a:ahLst/>
              <a:cxnLst/>
              <a:rect l="l" t="t" r="r" b="b"/>
              <a:pathLst>
                <a:path w="113029" h="101600">
                  <a:moveTo>
                    <a:pt x="16548" y="3314"/>
                  </a:moveTo>
                  <a:lnTo>
                    <a:pt x="12573" y="0"/>
                  </a:lnTo>
                  <a:lnTo>
                    <a:pt x="4635" y="0"/>
                  </a:lnTo>
                  <a:lnTo>
                    <a:pt x="660" y="3975"/>
                  </a:lnTo>
                  <a:lnTo>
                    <a:pt x="660" y="80149"/>
                  </a:lnTo>
                  <a:lnTo>
                    <a:pt x="0" y="84785"/>
                  </a:lnTo>
                  <a:lnTo>
                    <a:pt x="3975" y="88087"/>
                  </a:lnTo>
                  <a:lnTo>
                    <a:pt x="8610" y="88087"/>
                  </a:lnTo>
                  <a:lnTo>
                    <a:pt x="13246" y="88087"/>
                  </a:lnTo>
                  <a:lnTo>
                    <a:pt x="16548" y="84112"/>
                  </a:lnTo>
                  <a:lnTo>
                    <a:pt x="16548" y="3314"/>
                  </a:lnTo>
                  <a:close/>
                </a:path>
                <a:path w="113029" h="101600">
                  <a:moveTo>
                    <a:pt x="112585" y="25171"/>
                  </a:moveTo>
                  <a:lnTo>
                    <a:pt x="109943" y="19875"/>
                  </a:lnTo>
                  <a:lnTo>
                    <a:pt x="105968" y="18542"/>
                  </a:lnTo>
                  <a:lnTo>
                    <a:pt x="101993" y="16560"/>
                  </a:lnTo>
                  <a:lnTo>
                    <a:pt x="96697" y="19215"/>
                  </a:lnTo>
                  <a:lnTo>
                    <a:pt x="95364" y="23190"/>
                  </a:lnTo>
                  <a:lnTo>
                    <a:pt x="68872" y="90081"/>
                  </a:lnTo>
                  <a:lnTo>
                    <a:pt x="66230" y="94056"/>
                  </a:lnTo>
                  <a:lnTo>
                    <a:pt x="68211" y="99352"/>
                  </a:lnTo>
                  <a:lnTo>
                    <a:pt x="72847" y="100672"/>
                  </a:lnTo>
                  <a:lnTo>
                    <a:pt x="73507" y="101333"/>
                  </a:lnTo>
                  <a:lnTo>
                    <a:pt x="79476" y="101333"/>
                  </a:lnTo>
                  <a:lnTo>
                    <a:pt x="82791" y="99352"/>
                  </a:lnTo>
                  <a:lnTo>
                    <a:pt x="110604" y="29146"/>
                  </a:lnTo>
                  <a:lnTo>
                    <a:pt x="112585" y="25171"/>
                  </a:lnTo>
                  <a:close/>
                </a:path>
              </a:pathLst>
            </a:custGeom>
            <a:solidFill>
              <a:srgbClr val="1B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7295" y="8463514"/>
              <a:ext cx="190087" cy="18677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718761" y="8519159"/>
              <a:ext cx="411480" cy="462915"/>
            </a:xfrm>
            <a:custGeom>
              <a:avLst/>
              <a:gdLst/>
              <a:ahLst/>
              <a:cxnLst/>
              <a:rect l="l" t="t" r="r" b="b"/>
              <a:pathLst>
                <a:path w="411479" h="462915">
                  <a:moveTo>
                    <a:pt x="158953" y="124510"/>
                  </a:moveTo>
                  <a:lnTo>
                    <a:pt x="153657" y="124510"/>
                  </a:lnTo>
                  <a:lnTo>
                    <a:pt x="145211" y="126250"/>
                  </a:lnTo>
                  <a:lnTo>
                    <a:pt x="138252" y="130975"/>
                  </a:lnTo>
                  <a:lnTo>
                    <a:pt x="133540" y="137922"/>
                  </a:lnTo>
                  <a:lnTo>
                    <a:pt x="131800" y="146367"/>
                  </a:lnTo>
                  <a:lnTo>
                    <a:pt x="131800" y="166243"/>
                  </a:lnTo>
                  <a:lnTo>
                    <a:pt x="131800" y="172859"/>
                  </a:lnTo>
                  <a:lnTo>
                    <a:pt x="138417" y="180149"/>
                  </a:lnTo>
                  <a:lnTo>
                    <a:pt x="144386" y="182130"/>
                  </a:lnTo>
                  <a:lnTo>
                    <a:pt x="158953" y="188099"/>
                  </a:lnTo>
                  <a:lnTo>
                    <a:pt x="158953" y="124510"/>
                  </a:lnTo>
                  <a:close/>
                </a:path>
                <a:path w="411479" h="462915">
                  <a:moveTo>
                    <a:pt x="200012" y="227177"/>
                  </a:moveTo>
                  <a:lnTo>
                    <a:pt x="196037" y="219887"/>
                  </a:lnTo>
                  <a:lnTo>
                    <a:pt x="186766" y="215912"/>
                  </a:lnTo>
                  <a:lnTo>
                    <a:pt x="176174" y="212598"/>
                  </a:lnTo>
                  <a:lnTo>
                    <a:pt x="176174" y="274866"/>
                  </a:lnTo>
                  <a:lnTo>
                    <a:pt x="178155" y="274866"/>
                  </a:lnTo>
                  <a:lnTo>
                    <a:pt x="186601" y="273126"/>
                  </a:lnTo>
                  <a:lnTo>
                    <a:pt x="193560" y="268401"/>
                  </a:lnTo>
                  <a:lnTo>
                    <a:pt x="198272" y="261454"/>
                  </a:lnTo>
                  <a:lnTo>
                    <a:pt x="200012" y="253009"/>
                  </a:lnTo>
                  <a:lnTo>
                    <a:pt x="200012" y="227177"/>
                  </a:lnTo>
                  <a:close/>
                </a:path>
                <a:path w="411479" h="462915">
                  <a:moveTo>
                    <a:pt x="331901" y="203987"/>
                  </a:moveTo>
                  <a:lnTo>
                    <a:pt x="328561" y="163588"/>
                  </a:lnTo>
                  <a:lnTo>
                    <a:pt x="328409" y="161747"/>
                  </a:lnTo>
                  <a:lnTo>
                    <a:pt x="314058" y="121272"/>
                  </a:lnTo>
                  <a:lnTo>
                    <a:pt x="291058" y="88087"/>
                  </a:lnTo>
                  <a:lnTo>
                    <a:pt x="288772" y="84772"/>
                  </a:lnTo>
                  <a:lnTo>
                    <a:pt x="263613" y="62230"/>
                  </a:lnTo>
                  <a:lnTo>
                    <a:pt x="234619" y="45529"/>
                  </a:lnTo>
                  <a:lnTo>
                    <a:pt x="216573" y="39573"/>
                  </a:lnTo>
                  <a:lnTo>
                    <a:pt x="216573" y="233133"/>
                  </a:lnTo>
                  <a:lnTo>
                    <a:pt x="216573" y="253669"/>
                  </a:lnTo>
                  <a:lnTo>
                    <a:pt x="213550" y="268605"/>
                  </a:lnTo>
                  <a:lnTo>
                    <a:pt x="205320" y="280822"/>
                  </a:lnTo>
                  <a:lnTo>
                    <a:pt x="193103" y="289064"/>
                  </a:lnTo>
                  <a:lnTo>
                    <a:pt x="178155" y="292087"/>
                  </a:lnTo>
                  <a:lnTo>
                    <a:pt x="176174" y="292087"/>
                  </a:lnTo>
                  <a:lnTo>
                    <a:pt x="176174" y="309308"/>
                  </a:lnTo>
                  <a:lnTo>
                    <a:pt x="172199" y="312610"/>
                  </a:lnTo>
                  <a:lnTo>
                    <a:pt x="164249" y="312610"/>
                  </a:lnTo>
                  <a:lnTo>
                    <a:pt x="160274" y="308635"/>
                  </a:lnTo>
                  <a:lnTo>
                    <a:pt x="160274" y="292087"/>
                  </a:lnTo>
                  <a:lnTo>
                    <a:pt x="154978" y="292087"/>
                  </a:lnTo>
                  <a:lnTo>
                    <a:pt x="140030" y="289064"/>
                  </a:lnTo>
                  <a:lnTo>
                    <a:pt x="127825" y="280822"/>
                  </a:lnTo>
                  <a:lnTo>
                    <a:pt x="119583" y="268605"/>
                  </a:lnTo>
                  <a:lnTo>
                    <a:pt x="116560" y="253669"/>
                  </a:lnTo>
                  <a:lnTo>
                    <a:pt x="116560" y="239763"/>
                  </a:lnTo>
                  <a:lnTo>
                    <a:pt x="120535" y="236448"/>
                  </a:lnTo>
                  <a:lnTo>
                    <a:pt x="128485" y="236448"/>
                  </a:lnTo>
                  <a:lnTo>
                    <a:pt x="132461" y="240423"/>
                  </a:lnTo>
                  <a:lnTo>
                    <a:pt x="132461" y="253669"/>
                  </a:lnTo>
                  <a:lnTo>
                    <a:pt x="134200" y="262115"/>
                  </a:lnTo>
                  <a:lnTo>
                    <a:pt x="138912" y="269062"/>
                  </a:lnTo>
                  <a:lnTo>
                    <a:pt x="145872" y="273786"/>
                  </a:lnTo>
                  <a:lnTo>
                    <a:pt x="154317" y="275526"/>
                  </a:lnTo>
                  <a:lnTo>
                    <a:pt x="159613" y="275526"/>
                  </a:lnTo>
                  <a:lnTo>
                    <a:pt x="159613" y="236448"/>
                  </a:lnTo>
                  <a:lnTo>
                    <a:pt x="159613" y="205981"/>
                  </a:lnTo>
                  <a:lnTo>
                    <a:pt x="137096" y="197370"/>
                  </a:lnTo>
                  <a:lnTo>
                    <a:pt x="136436" y="196710"/>
                  </a:lnTo>
                  <a:lnTo>
                    <a:pt x="127355" y="191020"/>
                  </a:lnTo>
                  <a:lnTo>
                    <a:pt x="120954" y="183464"/>
                  </a:lnTo>
                  <a:lnTo>
                    <a:pt x="117157" y="174917"/>
                  </a:lnTo>
                  <a:lnTo>
                    <a:pt x="115900" y="166243"/>
                  </a:lnTo>
                  <a:lnTo>
                    <a:pt x="115900" y="146367"/>
                  </a:lnTo>
                  <a:lnTo>
                    <a:pt x="118922" y="131432"/>
                  </a:lnTo>
                  <a:lnTo>
                    <a:pt x="127165" y="119214"/>
                  </a:lnTo>
                  <a:lnTo>
                    <a:pt x="139369" y="110972"/>
                  </a:lnTo>
                  <a:lnTo>
                    <a:pt x="154317" y="107950"/>
                  </a:lnTo>
                  <a:lnTo>
                    <a:pt x="159613" y="107950"/>
                  </a:lnTo>
                  <a:lnTo>
                    <a:pt x="159613" y="91401"/>
                  </a:lnTo>
                  <a:lnTo>
                    <a:pt x="163588" y="88087"/>
                  </a:lnTo>
                  <a:lnTo>
                    <a:pt x="171538" y="88087"/>
                  </a:lnTo>
                  <a:lnTo>
                    <a:pt x="175514" y="92062"/>
                  </a:lnTo>
                  <a:lnTo>
                    <a:pt x="175514" y="107950"/>
                  </a:lnTo>
                  <a:lnTo>
                    <a:pt x="178155" y="107950"/>
                  </a:lnTo>
                  <a:lnTo>
                    <a:pt x="193090" y="110972"/>
                  </a:lnTo>
                  <a:lnTo>
                    <a:pt x="205232" y="119214"/>
                  </a:lnTo>
                  <a:lnTo>
                    <a:pt x="213271" y="131432"/>
                  </a:lnTo>
                  <a:lnTo>
                    <a:pt x="215912" y="146367"/>
                  </a:lnTo>
                  <a:lnTo>
                    <a:pt x="215912" y="160274"/>
                  </a:lnTo>
                  <a:lnTo>
                    <a:pt x="211937" y="163588"/>
                  </a:lnTo>
                  <a:lnTo>
                    <a:pt x="203987" y="163588"/>
                  </a:lnTo>
                  <a:lnTo>
                    <a:pt x="200012" y="159613"/>
                  </a:lnTo>
                  <a:lnTo>
                    <a:pt x="200012" y="146367"/>
                  </a:lnTo>
                  <a:lnTo>
                    <a:pt x="198386" y="137922"/>
                  </a:lnTo>
                  <a:lnTo>
                    <a:pt x="193890" y="130975"/>
                  </a:lnTo>
                  <a:lnTo>
                    <a:pt x="187159" y="126250"/>
                  </a:lnTo>
                  <a:lnTo>
                    <a:pt x="178816" y="124510"/>
                  </a:lnTo>
                  <a:lnTo>
                    <a:pt x="176834" y="124510"/>
                  </a:lnTo>
                  <a:lnTo>
                    <a:pt x="176834" y="194716"/>
                  </a:lnTo>
                  <a:lnTo>
                    <a:pt x="195376" y="202006"/>
                  </a:lnTo>
                  <a:lnTo>
                    <a:pt x="204838" y="208076"/>
                  </a:lnTo>
                  <a:lnTo>
                    <a:pt x="211442" y="215836"/>
                  </a:lnTo>
                  <a:lnTo>
                    <a:pt x="215315" y="224447"/>
                  </a:lnTo>
                  <a:lnTo>
                    <a:pt x="216573" y="233133"/>
                  </a:lnTo>
                  <a:lnTo>
                    <a:pt x="216573" y="39573"/>
                  </a:lnTo>
                  <a:lnTo>
                    <a:pt x="202895" y="35039"/>
                  </a:lnTo>
                  <a:lnTo>
                    <a:pt x="169545" y="31127"/>
                  </a:lnTo>
                  <a:lnTo>
                    <a:pt x="167563" y="29806"/>
                  </a:lnTo>
                  <a:lnTo>
                    <a:pt x="163588" y="29806"/>
                  </a:lnTo>
                  <a:lnTo>
                    <a:pt x="119913" y="36271"/>
                  </a:lnTo>
                  <a:lnTo>
                    <a:pt x="80695" y="53327"/>
                  </a:lnTo>
                  <a:lnTo>
                    <a:pt x="47510" y="79387"/>
                  </a:lnTo>
                  <a:lnTo>
                    <a:pt x="21945" y="112915"/>
                  </a:lnTo>
                  <a:lnTo>
                    <a:pt x="5575" y="152311"/>
                  </a:lnTo>
                  <a:lnTo>
                    <a:pt x="0" y="196049"/>
                  </a:lnTo>
                  <a:lnTo>
                    <a:pt x="63" y="196710"/>
                  </a:lnTo>
                  <a:lnTo>
                    <a:pt x="139" y="197370"/>
                  </a:lnTo>
                  <a:lnTo>
                    <a:pt x="3632" y="230657"/>
                  </a:lnTo>
                  <a:lnTo>
                    <a:pt x="14236" y="263359"/>
                  </a:lnTo>
                  <a:lnTo>
                    <a:pt x="31292" y="293192"/>
                  </a:lnTo>
                  <a:lnTo>
                    <a:pt x="54305" y="319239"/>
                  </a:lnTo>
                  <a:lnTo>
                    <a:pt x="55626" y="319900"/>
                  </a:lnTo>
                  <a:lnTo>
                    <a:pt x="56959" y="321881"/>
                  </a:lnTo>
                  <a:lnTo>
                    <a:pt x="89903" y="364032"/>
                  </a:lnTo>
                  <a:lnTo>
                    <a:pt x="103974" y="413283"/>
                  </a:lnTo>
                  <a:lnTo>
                    <a:pt x="104635" y="415937"/>
                  </a:lnTo>
                  <a:lnTo>
                    <a:pt x="106629" y="418592"/>
                  </a:lnTo>
                  <a:lnTo>
                    <a:pt x="109283" y="419912"/>
                  </a:lnTo>
                  <a:lnTo>
                    <a:pt x="213931" y="460971"/>
                  </a:lnTo>
                  <a:lnTo>
                    <a:pt x="214591" y="461632"/>
                  </a:lnTo>
                  <a:lnTo>
                    <a:pt x="219227" y="462305"/>
                  </a:lnTo>
                  <a:lnTo>
                    <a:pt x="221208" y="460311"/>
                  </a:lnTo>
                  <a:lnTo>
                    <a:pt x="223202" y="458990"/>
                  </a:lnTo>
                  <a:lnTo>
                    <a:pt x="225183" y="456336"/>
                  </a:lnTo>
                  <a:lnTo>
                    <a:pt x="225183" y="453694"/>
                  </a:lnTo>
                  <a:lnTo>
                    <a:pt x="227838" y="412623"/>
                  </a:lnTo>
                  <a:lnTo>
                    <a:pt x="241909" y="363689"/>
                  </a:lnTo>
                  <a:lnTo>
                    <a:pt x="272872" y="323215"/>
                  </a:lnTo>
                  <a:lnTo>
                    <a:pt x="278168" y="319239"/>
                  </a:lnTo>
                  <a:lnTo>
                    <a:pt x="283679" y="312610"/>
                  </a:lnTo>
                  <a:lnTo>
                    <a:pt x="306692" y="284949"/>
                  </a:lnTo>
                  <a:lnTo>
                    <a:pt x="324637" y="245795"/>
                  </a:lnTo>
                  <a:lnTo>
                    <a:pt x="331901" y="203987"/>
                  </a:lnTo>
                  <a:close/>
                </a:path>
                <a:path w="411479" h="462915">
                  <a:moveTo>
                    <a:pt x="355663" y="7950"/>
                  </a:moveTo>
                  <a:lnTo>
                    <a:pt x="352348" y="3975"/>
                  </a:lnTo>
                  <a:lnTo>
                    <a:pt x="349034" y="660"/>
                  </a:lnTo>
                  <a:lnTo>
                    <a:pt x="344398" y="0"/>
                  </a:lnTo>
                  <a:lnTo>
                    <a:pt x="340423" y="3314"/>
                  </a:lnTo>
                  <a:lnTo>
                    <a:pt x="285457" y="58280"/>
                  </a:lnTo>
                  <a:lnTo>
                    <a:pt x="285457" y="63576"/>
                  </a:lnTo>
                  <a:lnTo>
                    <a:pt x="290753" y="68884"/>
                  </a:lnTo>
                  <a:lnTo>
                    <a:pt x="292747" y="69545"/>
                  </a:lnTo>
                  <a:lnTo>
                    <a:pt x="296710" y="69545"/>
                  </a:lnTo>
                  <a:lnTo>
                    <a:pt x="298704" y="68884"/>
                  </a:lnTo>
                  <a:lnTo>
                    <a:pt x="355003" y="12585"/>
                  </a:lnTo>
                  <a:lnTo>
                    <a:pt x="355663" y="7950"/>
                  </a:lnTo>
                  <a:close/>
                </a:path>
                <a:path w="411479" h="462915">
                  <a:moveTo>
                    <a:pt x="411302" y="97358"/>
                  </a:moveTo>
                  <a:lnTo>
                    <a:pt x="409968" y="93383"/>
                  </a:lnTo>
                  <a:lnTo>
                    <a:pt x="407987" y="89408"/>
                  </a:lnTo>
                  <a:lnTo>
                    <a:pt x="403352" y="87426"/>
                  </a:lnTo>
                  <a:lnTo>
                    <a:pt x="399376" y="88747"/>
                  </a:lnTo>
                  <a:lnTo>
                    <a:pt x="332486" y="115239"/>
                  </a:lnTo>
                  <a:lnTo>
                    <a:pt x="328510" y="117233"/>
                  </a:lnTo>
                  <a:lnTo>
                    <a:pt x="325856" y="121869"/>
                  </a:lnTo>
                  <a:lnTo>
                    <a:pt x="327850" y="125844"/>
                  </a:lnTo>
                  <a:lnTo>
                    <a:pt x="329171" y="129146"/>
                  </a:lnTo>
                  <a:lnTo>
                    <a:pt x="331812" y="131140"/>
                  </a:lnTo>
                  <a:lnTo>
                    <a:pt x="337781" y="131140"/>
                  </a:lnTo>
                  <a:lnTo>
                    <a:pt x="339102" y="130479"/>
                  </a:lnTo>
                  <a:lnTo>
                    <a:pt x="409308" y="102654"/>
                  </a:lnTo>
                  <a:lnTo>
                    <a:pt x="411302" y="97358"/>
                  </a:lnTo>
                  <a:close/>
                </a:path>
              </a:pathLst>
            </a:custGeom>
            <a:solidFill>
              <a:srgbClr val="1B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9144000" y="2386793"/>
            <a:ext cx="8496300" cy="5514975"/>
            <a:chOff x="9144000" y="2386793"/>
            <a:chExt cx="8496300" cy="5514975"/>
          </a:xfrm>
        </p:grpSpPr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44000" y="2386793"/>
              <a:ext cx="8496299" cy="551497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19522" y="2955708"/>
              <a:ext cx="7048499" cy="3962400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850139" y="828934"/>
            <a:ext cx="15603855" cy="1010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450" b="1" spc="305" dirty="0">
                <a:solidFill>
                  <a:srgbClr val="1B2020"/>
                </a:solidFill>
                <a:latin typeface="Trebuchet MS"/>
                <a:cs typeface="Trebuchet MS"/>
              </a:rPr>
              <a:t>User</a:t>
            </a:r>
            <a:r>
              <a:rPr sz="6450" b="1" spc="-56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6450" b="1" spc="395" dirty="0">
                <a:solidFill>
                  <a:srgbClr val="1B2020"/>
                </a:solidFill>
                <a:latin typeface="Trebuchet MS"/>
                <a:cs typeface="Trebuchet MS"/>
              </a:rPr>
              <a:t>Requirements</a:t>
            </a:r>
            <a:r>
              <a:rPr sz="6450" b="1" spc="-56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6450" b="1" spc="500" dirty="0">
                <a:solidFill>
                  <a:srgbClr val="1B2020"/>
                </a:solidFill>
                <a:latin typeface="Trebuchet MS"/>
                <a:cs typeface="Trebuchet MS"/>
              </a:rPr>
              <a:t>Addressed</a:t>
            </a:r>
            <a:r>
              <a:rPr sz="6450" b="1" spc="-56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6450" b="1" spc="605" dirty="0">
                <a:solidFill>
                  <a:srgbClr val="1B2020"/>
                </a:solidFill>
                <a:latin typeface="Trebuchet MS"/>
                <a:cs typeface="Trebuchet MS"/>
              </a:rPr>
              <a:t>by</a:t>
            </a:r>
            <a:r>
              <a:rPr sz="6450" b="1" spc="-56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6450" b="1" spc="240" dirty="0">
                <a:solidFill>
                  <a:srgbClr val="1B2020"/>
                </a:solidFill>
                <a:latin typeface="Trebuchet MS"/>
                <a:cs typeface="Trebuchet MS"/>
              </a:rPr>
              <a:t>the</a:t>
            </a:r>
            <a:endParaRPr sz="645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0139" y="1619808"/>
            <a:ext cx="3498850" cy="1010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450" b="1" spc="315" dirty="0">
                <a:solidFill>
                  <a:srgbClr val="1B2020"/>
                </a:solidFill>
                <a:latin typeface="Trebuchet MS"/>
                <a:cs typeface="Trebuchet MS"/>
              </a:rPr>
              <a:t>Solution</a:t>
            </a:r>
            <a:endParaRPr sz="6450">
              <a:latin typeface="Trebuchet MS"/>
              <a:cs typeface="Trebuchet MS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9551537"/>
            <a:ext cx="3771899" cy="734393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3935952" y="9788531"/>
            <a:ext cx="2009139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310" dirty="0">
                <a:latin typeface="Verdana"/>
                <a:cs typeface="Verdana"/>
              </a:rPr>
              <a:t>IT22315700</a:t>
            </a:r>
            <a:r>
              <a:rPr sz="2700" spc="8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14944" y="9788531"/>
            <a:ext cx="241427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45" dirty="0">
                <a:latin typeface="Verdana"/>
                <a:cs typeface="Verdana"/>
              </a:rPr>
              <a:t>Shaethayine.R</a:t>
            </a:r>
            <a:r>
              <a:rPr sz="2700" spc="9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98899" y="9788531"/>
            <a:ext cx="207391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29" dirty="0">
                <a:latin typeface="Verdana"/>
                <a:cs typeface="Verdana"/>
              </a:rPr>
              <a:t>25</a:t>
            </a:r>
            <a:r>
              <a:rPr sz="2700" spc="-4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50" dirty="0">
                <a:latin typeface="Verdana"/>
                <a:cs typeface="Verdana"/>
              </a:rPr>
              <a:t>26j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034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900" dirty="0"/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8857" y="-49362"/>
            <a:ext cx="6354445" cy="784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950" b="1" spc="290" dirty="0">
                <a:solidFill>
                  <a:srgbClr val="1B2020"/>
                </a:solidFill>
                <a:latin typeface="Trebuchet MS"/>
                <a:cs typeface="Trebuchet MS"/>
              </a:rPr>
              <a:t>DESIGN</a:t>
            </a:r>
            <a:r>
              <a:rPr sz="4950" b="1" spc="-43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4950" b="1" spc="100" dirty="0">
                <a:solidFill>
                  <a:srgbClr val="1B2020"/>
                </a:solidFill>
                <a:latin typeface="Trebuchet MS"/>
                <a:cs typeface="Trebuchet MS"/>
              </a:rPr>
              <a:t>EXCELLENCE</a:t>
            </a:r>
            <a:endParaRPr sz="49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1537"/>
            <a:ext cx="3771899" cy="73439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962" y="1205135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962" y="1548035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9825" y="1886172"/>
            <a:ext cx="95249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9825" y="2229072"/>
            <a:ext cx="95249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9825" y="2571972"/>
            <a:ext cx="95249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9825" y="2914872"/>
            <a:ext cx="95249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962" y="3262534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962" y="3605434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962" y="3948334"/>
            <a:ext cx="85725" cy="857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9825" y="4286472"/>
            <a:ext cx="95249" cy="95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9825" y="4629372"/>
            <a:ext cx="95249" cy="952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9825" y="4972272"/>
            <a:ext cx="95249" cy="952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17546" y="1024394"/>
            <a:ext cx="13206094" cy="7529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752725">
              <a:lnSpc>
                <a:spcPct val="112500"/>
              </a:lnSpc>
              <a:spcBef>
                <a:spcPts val="95"/>
              </a:spcBef>
            </a:pPr>
            <a:r>
              <a:rPr sz="2000" spc="155" dirty="0">
                <a:latin typeface="Trebuchet MS"/>
                <a:cs typeface="Trebuchet MS"/>
              </a:rPr>
              <a:t>Implements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55" dirty="0">
                <a:latin typeface="Trebuchet MS"/>
                <a:cs typeface="Trebuchet MS"/>
              </a:rPr>
              <a:t>multi-</a:t>
            </a:r>
            <a:r>
              <a:rPr sz="2000" spc="150" dirty="0">
                <a:latin typeface="Trebuchet MS"/>
                <a:cs typeface="Trebuchet MS"/>
              </a:rPr>
              <a:t>model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85" dirty="0">
                <a:latin typeface="Trebuchet MS"/>
                <a:cs typeface="Trebuchet MS"/>
              </a:rPr>
              <a:t>AI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35" dirty="0">
                <a:latin typeface="Trebuchet MS"/>
                <a:cs typeface="Trebuchet MS"/>
              </a:rPr>
              <a:t>architecture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50" dirty="0">
                <a:latin typeface="Trebuchet MS"/>
                <a:cs typeface="Trebuchet MS"/>
              </a:rPr>
              <a:t>instead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75" dirty="0">
                <a:latin typeface="Trebuchet MS"/>
                <a:cs typeface="Trebuchet MS"/>
              </a:rPr>
              <a:t>of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25" dirty="0">
                <a:latin typeface="Trebuchet MS"/>
                <a:cs typeface="Trebuchet MS"/>
              </a:rPr>
              <a:t>single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30" dirty="0">
                <a:latin typeface="Trebuchet MS"/>
                <a:cs typeface="Trebuchet MS"/>
              </a:rPr>
              <a:t>monolithic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40" dirty="0">
                <a:latin typeface="Trebuchet MS"/>
                <a:cs typeface="Trebuchet MS"/>
              </a:rPr>
              <a:t>model </a:t>
            </a:r>
            <a:r>
              <a:rPr sz="2000" spc="175" dirty="0">
                <a:latin typeface="Trebuchet MS"/>
                <a:cs typeface="Trebuchet MS"/>
              </a:rPr>
              <a:t>Separates</a:t>
            </a:r>
            <a:r>
              <a:rPr sz="2000" spc="185" dirty="0">
                <a:latin typeface="Trebuchet MS"/>
                <a:cs typeface="Trebuchet MS"/>
              </a:rPr>
              <a:t> </a:t>
            </a:r>
            <a:r>
              <a:rPr sz="2000" spc="110" dirty="0">
                <a:latin typeface="Trebuchet MS"/>
                <a:cs typeface="Trebuchet MS"/>
              </a:rPr>
              <a:t>intelligence</a:t>
            </a:r>
            <a:r>
              <a:rPr sz="2000" spc="18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into:</a:t>
            </a:r>
            <a:endParaRPr sz="2000">
              <a:latin typeface="Trebuchet MS"/>
              <a:cs typeface="Trebuchet MS"/>
            </a:endParaRPr>
          </a:p>
          <a:p>
            <a:pPr marL="446405">
              <a:lnSpc>
                <a:spcPct val="100000"/>
              </a:lnSpc>
              <a:spcBef>
                <a:spcPts val="300"/>
              </a:spcBef>
            </a:pPr>
            <a:r>
              <a:rPr sz="2000" b="1" spc="155" dirty="0">
                <a:latin typeface="Trebuchet MS"/>
                <a:cs typeface="Trebuchet MS"/>
              </a:rPr>
              <a:t>Task</a:t>
            </a:r>
            <a:r>
              <a:rPr sz="2000" b="1" spc="120" dirty="0">
                <a:latin typeface="Trebuchet MS"/>
                <a:cs typeface="Trebuchet MS"/>
              </a:rPr>
              <a:t> </a:t>
            </a:r>
            <a:r>
              <a:rPr sz="2000" b="1" spc="160" dirty="0">
                <a:latin typeface="Trebuchet MS"/>
                <a:cs typeface="Trebuchet MS"/>
              </a:rPr>
              <a:t>understanding</a:t>
            </a:r>
            <a:endParaRPr sz="2000">
              <a:latin typeface="Trebuchet MS"/>
              <a:cs typeface="Trebuchet MS"/>
            </a:endParaRPr>
          </a:p>
          <a:p>
            <a:pPr marL="446405" marR="9514205">
              <a:lnSpc>
                <a:spcPct val="112500"/>
              </a:lnSpc>
            </a:pPr>
            <a:r>
              <a:rPr sz="2000" b="1" spc="170" dirty="0">
                <a:latin typeface="Trebuchet MS"/>
                <a:cs typeface="Trebuchet MS"/>
              </a:rPr>
              <a:t>Workload</a:t>
            </a:r>
            <a:r>
              <a:rPr sz="2000" b="1" spc="150" dirty="0">
                <a:latin typeface="Trebuchet MS"/>
                <a:cs typeface="Trebuchet MS"/>
              </a:rPr>
              <a:t> </a:t>
            </a:r>
            <a:r>
              <a:rPr sz="2000" b="1" spc="155" dirty="0">
                <a:latin typeface="Trebuchet MS"/>
                <a:cs typeface="Trebuchet MS"/>
              </a:rPr>
              <a:t>classification </a:t>
            </a:r>
            <a:r>
              <a:rPr sz="2000" b="1" spc="165" dirty="0">
                <a:latin typeface="Trebuchet MS"/>
                <a:cs typeface="Trebuchet MS"/>
              </a:rPr>
              <a:t>Bandwidth</a:t>
            </a:r>
            <a:r>
              <a:rPr sz="2000" b="1" spc="130" dirty="0">
                <a:latin typeface="Trebuchet MS"/>
                <a:cs typeface="Trebuchet MS"/>
              </a:rPr>
              <a:t> </a:t>
            </a:r>
            <a:r>
              <a:rPr sz="2000" b="1" spc="145" dirty="0">
                <a:latin typeface="Trebuchet MS"/>
                <a:cs typeface="Trebuchet MS"/>
              </a:rPr>
              <a:t>prediction</a:t>
            </a:r>
            <a:endParaRPr sz="2000">
              <a:latin typeface="Trebuchet MS"/>
              <a:cs typeface="Trebuchet MS"/>
            </a:endParaRPr>
          </a:p>
          <a:p>
            <a:pPr marL="446405">
              <a:lnSpc>
                <a:spcPct val="100000"/>
              </a:lnSpc>
              <a:spcBef>
                <a:spcPts val="300"/>
              </a:spcBef>
            </a:pPr>
            <a:r>
              <a:rPr sz="2000" b="1" spc="155" dirty="0">
                <a:latin typeface="Trebuchet MS"/>
                <a:cs typeface="Trebuchet MS"/>
              </a:rPr>
              <a:t>Performance</a:t>
            </a:r>
            <a:r>
              <a:rPr sz="2000" b="1" spc="125" dirty="0">
                <a:latin typeface="Trebuchet MS"/>
                <a:cs typeface="Trebuchet MS"/>
              </a:rPr>
              <a:t> </a:t>
            </a:r>
            <a:r>
              <a:rPr sz="2000" b="1" spc="185" dirty="0">
                <a:latin typeface="Trebuchet MS"/>
                <a:cs typeface="Trebuchet MS"/>
              </a:rPr>
              <a:t>feedback</a:t>
            </a:r>
            <a:r>
              <a:rPr sz="2000" b="1" spc="125" dirty="0">
                <a:latin typeface="Trebuchet MS"/>
                <a:cs typeface="Trebuchet MS"/>
              </a:rPr>
              <a:t> </a:t>
            </a:r>
            <a:r>
              <a:rPr sz="2000" b="1" spc="170" dirty="0">
                <a:latin typeface="Trebuchet MS"/>
                <a:cs typeface="Trebuchet MS"/>
              </a:rPr>
              <a:t>and</a:t>
            </a:r>
            <a:r>
              <a:rPr sz="2000" b="1" spc="125" dirty="0">
                <a:latin typeface="Trebuchet MS"/>
                <a:cs typeface="Trebuchet MS"/>
              </a:rPr>
              <a:t> </a:t>
            </a:r>
            <a:r>
              <a:rPr sz="2000" b="1" spc="130" dirty="0">
                <a:latin typeface="Trebuchet MS"/>
                <a:cs typeface="Trebuchet MS"/>
              </a:rPr>
              <a:t>optimization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000" spc="200" dirty="0">
                <a:latin typeface="Trebuchet MS"/>
                <a:cs typeface="Trebuchet MS"/>
              </a:rPr>
              <a:t>Uses</a:t>
            </a:r>
            <a:r>
              <a:rPr sz="2000" spc="185" dirty="0">
                <a:latin typeface="Trebuchet MS"/>
                <a:cs typeface="Trebuchet MS"/>
              </a:rPr>
              <a:t> </a:t>
            </a:r>
            <a:r>
              <a:rPr sz="2000" spc="155" dirty="0">
                <a:latin typeface="Trebuchet MS"/>
                <a:cs typeface="Trebuchet MS"/>
              </a:rPr>
              <a:t>machine</a:t>
            </a:r>
            <a:r>
              <a:rPr sz="2000" spc="185" dirty="0">
                <a:latin typeface="Trebuchet MS"/>
                <a:cs typeface="Trebuchet MS"/>
              </a:rPr>
              <a:t> </a:t>
            </a:r>
            <a:r>
              <a:rPr sz="2000" spc="105" dirty="0">
                <a:latin typeface="Trebuchet MS"/>
                <a:cs typeface="Trebuchet MS"/>
              </a:rPr>
              <a:t>learning</a:t>
            </a:r>
            <a:r>
              <a:rPr sz="2000" spc="185" dirty="0">
                <a:latin typeface="Trebuchet MS"/>
                <a:cs typeface="Trebuchet MS"/>
              </a:rPr>
              <a:t> </a:t>
            </a:r>
            <a:r>
              <a:rPr sz="2000" spc="160" dirty="0">
                <a:latin typeface="Trebuchet MS"/>
                <a:cs typeface="Trebuchet MS"/>
              </a:rPr>
              <a:t>regression</a:t>
            </a:r>
            <a:r>
              <a:rPr sz="2000" spc="185" dirty="0">
                <a:latin typeface="Trebuchet MS"/>
                <a:cs typeface="Trebuchet MS"/>
              </a:rPr>
              <a:t> </a:t>
            </a:r>
            <a:r>
              <a:rPr sz="2000" spc="150" dirty="0">
                <a:latin typeface="Trebuchet MS"/>
                <a:cs typeface="Trebuchet MS"/>
              </a:rPr>
              <a:t>instead</a:t>
            </a:r>
            <a:r>
              <a:rPr sz="2000" spc="185" dirty="0">
                <a:latin typeface="Trebuchet MS"/>
                <a:cs typeface="Trebuchet MS"/>
              </a:rPr>
              <a:t> </a:t>
            </a:r>
            <a:r>
              <a:rPr sz="2000" spc="75" dirty="0">
                <a:latin typeface="Trebuchet MS"/>
                <a:cs typeface="Trebuchet MS"/>
              </a:rPr>
              <a:t>of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00" dirty="0">
                <a:latin typeface="Trebuchet MS"/>
                <a:cs typeface="Trebuchet MS"/>
              </a:rPr>
              <a:t>fixed</a:t>
            </a:r>
            <a:r>
              <a:rPr sz="2000" spc="185" dirty="0">
                <a:latin typeface="Trebuchet MS"/>
                <a:cs typeface="Trebuchet MS"/>
              </a:rPr>
              <a:t> </a:t>
            </a:r>
            <a:r>
              <a:rPr sz="2000" spc="140" dirty="0">
                <a:latin typeface="Trebuchet MS"/>
                <a:cs typeface="Trebuchet MS"/>
              </a:rPr>
              <a:t>lookup</a:t>
            </a:r>
            <a:r>
              <a:rPr sz="2000" spc="185" dirty="0">
                <a:latin typeface="Trebuchet MS"/>
                <a:cs typeface="Trebuchet MS"/>
              </a:rPr>
              <a:t> </a:t>
            </a:r>
            <a:r>
              <a:rPr sz="2000" spc="140" dirty="0">
                <a:latin typeface="Trebuchet MS"/>
                <a:cs typeface="Trebuchet MS"/>
              </a:rPr>
              <a:t>tables</a:t>
            </a:r>
            <a:r>
              <a:rPr sz="2000" spc="185" dirty="0">
                <a:latin typeface="Trebuchet MS"/>
                <a:cs typeface="Trebuchet MS"/>
              </a:rPr>
              <a:t> </a:t>
            </a:r>
            <a:r>
              <a:rPr sz="2000" spc="75" dirty="0">
                <a:latin typeface="Trebuchet MS"/>
                <a:cs typeface="Trebuchet MS"/>
              </a:rPr>
              <a:t>for</a:t>
            </a:r>
            <a:r>
              <a:rPr sz="2000" spc="185" dirty="0">
                <a:latin typeface="Trebuchet MS"/>
                <a:cs typeface="Trebuchet MS"/>
              </a:rPr>
              <a:t> </a:t>
            </a:r>
            <a:r>
              <a:rPr sz="2000" spc="155" dirty="0">
                <a:latin typeface="Trebuchet MS"/>
                <a:cs typeface="Trebuchet MS"/>
              </a:rPr>
              <a:t>bandwidth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05" dirty="0">
                <a:latin typeface="Trebuchet MS"/>
                <a:cs typeface="Trebuchet MS"/>
              </a:rPr>
              <a:t>allocation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12500"/>
              </a:lnSpc>
            </a:pPr>
            <a:r>
              <a:rPr sz="2000" spc="165" dirty="0">
                <a:latin typeface="Trebuchet MS"/>
                <a:cs typeface="Trebuchet MS"/>
              </a:rPr>
              <a:t>Introduces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229" dirty="0">
                <a:latin typeface="Trebuchet MS"/>
                <a:cs typeface="Trebuchet MS"/>
              </a:rPr>
              <a:t>closed-</a:t>
            </a:r>
            <a:r>
              <a:rPr sz="2000" spc="140" dirty="0">
                <a:latin typeface="Trebuchet MS"/>
                <a:cs typeface="Trebuchet MS"/>
              </a:rPr>
              <a:t>loop</a:t>
            </a:r>
            <a:r>
              <a:rPr sz="2000" spc="195" dirty="0">
                <a:latin typeface="Trebuchet MS"/>
                <a:cs typeface="Trebuchet MS"/>
              </a:rPr>
              <a:t> </a:t>
            </a:r>
            <a:r>
              <a:rPr sz="2000" spc="105" dirty="0">
                <a:latin typeface="Trebuchet MS"/>
                <a:cs typeface="Trebuchet MS"/>
              </a:rPr>
              <a:t>learning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80" dirty="0">
                <a:latin typeface="Trebuchet MS"/>
                <a:cs typeface="Trebuchet MS"/>
              </a:rPr>
              <a:t>mechanism</a:t>
            </a:r>
            <a:r>
              <a:rPr sz="2000" spc="195" dirty="0">
                <a:latin typeface="Trebuchet MS"/>
                <a:cs typeface="Trebuchet MS"/>
              </a:rPr>
              <a:t> </a:t>
            </a:r>
            <a:r>
              <a:rPr sz="2000" spc="120" dirty="0">
                <a:latin typeface="Trebuchet MS"/>
                <a:cs typeface="Trebuchet MS"/>
              </a:rPr>
              <a:t>where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25" dirty="0">
                <a:latin typeface="Trebuchet MS"/>
                <a:cs typeface="Trebuchet MS"/>
              </a:rPr>
              <a:t>network</a:t>
            </a:r>
            <a:r>
              <a:rPr sz="2000" spc="195" dirty="0">
                <a:latin typeface="Trebuchet MS"/>
                <a:cs typeface="Trebuchet MS"/>
              </a:rPr>
              <a:t> </a:t>
            </a:r>
            <a:r>
              <a:rPr sz="2000" spc="165" dirty="0">
                <a:latin typeface="Trebuchet MS"/>
                <a:cs typeface="Trebuchet MS"/>
              </a:rPr>
              <a:t>feedback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70" dirty="0">
                <a:latin typeface="Trebuchet MS"/>
                <a:cs typeface="Trebuchet MS"/>
              </a:rPr>
              <a:t>improves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00" dirty="0">
                <a:latin typeface="Trebuchet MS"/>
                <a:cs typeface="Trebuchet MS"/>
              </a:rPr>
              <a:t>future</a:t>
            </a:r>
            <a:r>
              <a:rPr sz="2000" spc="195" dirty="0">
                <a:latin typeface="Trebuchet MS"/>
                <a:cs typeface="Trebuchet MS"/>
              </a:rPr>
              <a:t> </a:t>
            </a:r>
            <a:r>
              <a:rPr sz="2000" spc="150" dirty="0">
                <a:latin typeface="Trebuchet MS"/>
                <a:cs typeface="Trebuchet MS"/>
              </a:rPr>
              <a:t>predictions </a:t>
            </a:r>
            <a:r>
              <a:rPr sz="2000" spc="75" dirty="0">
                <a:latin typeface="Trebuchet MS"/>
                <a:cs typeface="Trebuchet MS"/>
              </a:rPr>
              <a:t>Fully</a:t>
            </a:r>
            <a:r>
              <a:rPr sz="2000" spc="195" dirty="0">
                <a:latin typeface="Trebuchet MS"/>
                <a:cs typeface="Trebuchet MS"/>
              </a:rPr>
              <a:t> </a:t>
            </a:r>
            <a:r>
              <a:rPr sz="2000" spc="180" dirty="0">
                <a:latin typeface="Trebuchet MS"/>
                <a:cs typeface="Trebuchet MS"/>
              </a:rPr>
              <a:t>software-</a:t>
            </a:r>
            <a:r>
              <a:rPr sz="2000" spc="204" dirty="0">
                <a:latin typeface="Trebuchet MS"/>
                <a:cs typeface="Trebuchet MS"/>
              </a:rPr>
              <a:t>based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155" dirty="0">
                <a:latin typeface="Trebuchet MS"/>
                <a:cs typeface="Trebuchet MS"/>
              </a:rPr>
              <a:t>and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180" dirty="0">
                <a:latin typeface="Trebuchet MS"/>
                <a:cs typeface="Trebuchet MS"/>
              </a:rPr>
              <a:t>IoT-</a:t>
            </a:r>
            <a:r>
              <a:rPr sz="2000" dirty="0">
                <a:latin typeface="Trebuchet MS"/>
                <a:cs typeface="Trebuchet MS"/>
              </a:rPr>
              <a:t>free,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135" dirty="0">
                <a:latin typeface="Trebuchet MS"/>
                <a:cs typeface="Trebuchet MS"/>
              </a:rPr>
              <a:t>making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it:</a:t>
            </a:r>
            <a:endParaRPr sz="2000">
              <a:latin typeface="Trebuchet MS"/>
              <a:cs typeface="Trebuchet MS"/>
            </a:endParaRPr>
          </a:p>
          <a:p>
            <a:pPr marL="446405" marR="10723880">
              <a:lnSpc>
                <a:spcPct val="112500"/>
              </a:lnSpc>
            </a:pPr>
            <a:r>
              <a:rPr sz="2000" b="1" spc="295" dirty="0">
                <a:latin typeface="Trebuchet MS"/>
                <a:cs typeface="Trebuchet MS"/>
              </a:rPr>
              <a:t>Cost-</a:t>
            </a:r>
            <a:r>
              <a:rPr sz="2000" b="1" spc="130" dirty="0">
                <a:latin typeface="Trebuchet MS"/>
                <a:cs typeface="Trebuchet MS"/>
              </a:rPr>
              <a:t>effective </a:t>
            </a:r>
            <a:r>
              <a:rPr sz="2000" b="1" spc="165" dirty="0">
                <a:latin typeface="Trebuchet MS"/>
                <a:cs typeface="Trebuchet MS"/>
              </a:rPr>
              <a:t>Scalable</a:t>
            </a:r>
            <a:endParaRPr sz="2000">
              <a:latin typeface="Trebuchet MS"/>
              <a:cs typeface="Trebuchet MS"/>
            </a:endParaRPr>
          </a:p>
          <a:p>
            <a:pPr marL="446405">
              <a:lnSpc>
                <a:spcPct val="100000"/>
              </a:lnSpc>
              <a:spcBef>
                <a:spcPts val="300"/>
              </a:spcBef>
            </a:pPr>
            <a:r>
              <a:rPr sz="2000" b="1" spc="200" dirty="0">
                <a:latin typeface="Trebuchet MS"/>
                <a:cs typeface="Trebuchet MS"/>
              </a:rPr>
              <a:t>Privacy-</a:t>
            </a:r>
            <a:r>
              <a:rPr sz="2000" b="1" spc="140" dirty="0">
                <a:latin typeface="Trebuchet MS"/>
                <a:cs typeface="Trebuchet MS"/>
              </a:rPr>
              <a:t>preserving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>
              <a:latin typeface="Trebuchet MS"/>
              <a:cs typeface="Trebuchet MS"/>
            </a:endParaRPr>
          </a:p>
          <a:p>
            <a:pPr marL="2910205">
              <a:lnSpc>
                <a:spcPct val="100000"/>
              </a:lnSpc>
            </a:pPr>
            <a:r>
              <a:rPr sz="4950" b="1" spc="180" dirty="0">
                <a:solidFill>
                  <a:srgbClr val="1B2020"/>
                </a:solidFill>
                <a:latin typeface="Trebuchet MS"/>
                <a:cs typeface="Trebuchet MS"/>
              </a:rPr>
              <a:t>USER</a:t>
            </a:r>
            <a:r>
              <a:rPr sz="4950" b="1" spc="-434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4950" b="1" spc="235" dirty="0">
                <a:solidFill>
                  <a:srgbClr val="1B2020"/>
                </a:solidFill>
                <a:latin typeface="Trebuchet MS"/>
                <a:cs typeface="Trebuchet MS"/>
              </a:rPr>
              <a:t>FEEDBACK</a:t>
            </a:r>
            <a:r>
              <a:rPr sz="4950" b="1" spc="-43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4950" b="1" spc="420" dirty="0">
                <a:solidFill>
                  <a:srgbClr val="1B2020"/>
                </a:solidFill>
                <a:latin typeface="Trebuchet MS"/>
                <a:cs typeface="Trebuchet MS"/>
              </a:rPr>
              <a:t>ON</a:t>
            </a:r>
            <a:r>
              <a:rPr sz="4950" b="1" spc="-434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4950" b="1" spc="140" dirty="0">
                <a:solidFill>
                  <a:srgbClr val="1B2020"/>
                </a:solidFill>
                <a:latin typeface="Trebuchet MS"/>
                <a:cs typeface="Trebuchet MS"/>
              </a:rPr>
              <a:t>PROTOTYPE</a:t>
            </a:r>
            <a:endParaRPr sz="4950">
              <a:latin typeface="Trebuchet MS"/>
              <a:cs typeface="Trebuchet MS"/>
            </a:endParaRPr>
          </a:p>
          <a:p>
            <a:pPr marL="137795" marR="4155440">
              <a:lnSpc>
                <a:spcPct val="112500"/>
              </a:lnSpc>
              <a:spcBef>
                <a:spcPts val="4890"/>
              </a:spcBef>
            </a:pPr>
            <a:r>
              <a:rPr sz="2000" spc="165" dirty="0">
                <a:latin typeface="Trebuchet MS"/>
                <a:cs typeface="Trebuchet MS"/>
              </a:rPr>
              <a:t>Improved</a:t>
            </a:r>
            <a:r>
              <a:rPr sz="2000" spc="195" dirty="0">
                <a:latin typeface="Trebuchet MS"/>
                <a:cs typeface="Trebuchet MS"/>
              </a:rPr>
              <a:t> </a:t>
            </a:r>
            <a:r>
              <a:rPr sz="2000" spc="135" dirty="0">
                <a:latin typeface="Trebuchet MS"/>
                <a:cs typeface="Trebuchet MS"/>
              </a:rPr>
              <a:t>application</a:t>
            </a:r>
            <a:r>
              <a:rPr sz="2000" spc="195" dirty="0">
                <a:latin typeface="Trebuchet MS"/>
                <a:cs typeface="Trebuchet MS"/>
              </a:rPr>
              <a:t> </a:t>
            </a:r>
            <a:r>
              <a:rPr sz="2000" spc="160" dirty="0">
                <a:latin typeface="Trebuchet MS"/>
                <a:cs typeface="Trebuchet MS"/>
              </a:rPr>
              <a:t>performance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135" dirty="0">
                <a:latin typeface="Trebuchet MS"/>
                <a:cs typeface="Trebuchet MS"/>
              </a:rPr>
              <a:t>during</a:t>
            </a:r>
            <a:r>
              <a:rPr sz="2000" spc="195" dirty="0">
                <a:latin typeface="Trebuchet MS"/>
                <a:cs typeface="Trebuchet MS"/>
              </a:rPr>
              <a:t> </a:t>
            </a:r>
            <a:r>
              <a:rPr sz="2000" spc="200" dirty="0">
                <a:latin typeface="Trebuchet MS"/>
                <a:cs typeface="Trebuchet MS"/>
              </a:rPr>
              <a:t>high-</a:t>
            </a:r>
            <a:r>
              <a:rPr sz="2000" spc="130" dirty="0">
                <a:latin typeface="Trebuchet MS"/>
                <a:cs typeface="Trebuchet MS"/>
              </a:rPr>
              <a:t>workload</a:t>
            </a:r>
            <a:r>
              <a:rPr sz="2000" spc="195" dirty="0">
                <a:latin typeface="Trebuchet MS"/>
                <a:cs typeface="Trebuchet MS"/>
              </a:rPr>
              <a:t> </a:t>
            </a:r>
            <a:r>
              <a:rPr sz="2000" spc="165" dirty="0">
                <a:latin typeface="Trebuchet MS"/>
                <a:cs typeface="Trebuchet MS"/>
              </a:rPr>
              <a:t>scenarios </a:t>
            </a:r>
            <a:r>
              <a:rPr sz="2000" spc="190" dirty="0">
                <a:latin typeface="Trebuchet MS"/>
                <a:cs typeface="Trebuchet MS"/>
              </a:rPr>
              <a:t>Reduced</a:t>
            </a:r>
            <a:r>
              <a:rPr sz="2000" spc="185" dirty="0">
                <a:latin typeface="Trebuchet MS"/>
                <a:cs typeface="Trebuchet MS"/>
              </a:rPr>
              <a:t> </a:t>
            </a:r>
            <a:r>
              <a:rPr sz="2000" spc="140" dirty="0">
                <a:latin typeface="Trebuchet MS"/>
                <a:cs typeface="Trebuchet MS"/>
              </a:rPr>
              <a:t>latency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35" dirty="0">
                <a:latin typeface="Trebuchet MS"/>
                <a:cs typeface="Trebuchet MS"/>
              </a:rPr>
              <a:t>during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50" dirty="0">
                <a:latin typeface="Trebuchet MS"/>
                <a:cs typeface="Trebuchet MS"/>
              </a:rPr>
              <a:t>video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55" dirty="0">
                <a:latin typeface="Trebuchet MS"/>
                <a:cs typeface="Trebuchet MS"/>
              </a:rPr>
              <a:t>conferencing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55" dirty="0">
                <a:latin typeface="Trebuchet MS"/>
                <a:cs typeface="Trebuchet MS"/>
              </a:rPr>
              <a:t>and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220" dirty="0">
                <a:latin typeface="Trebuchet MS"/>
                <a:cs typeface="Trebuchet MS"/>
              </a:rPr>
              <a:t>cloud-</a:t>
            </a:r>
            <a:r>
              <a:rPr sz="2000" spc="204" dirty="0">
                <a:latin typeface="Trebuchet MS"/>
                <a:cs typeface="Trebuchet MS"/>
              </a:rPr>
              <a:t>based</a:t>
            </a:r>
            <a:r>
              <a:rPr sz="2000" spc="190" dirty="0">
                <a:latin typeface="Trebuchet MS"/>
                <a:cs typeface="Trebuchet MS"/>
              </a:rPr>
              <a:t> </a:t>
            </a:r>
            <a:r>
              <a:rPr sz="2000" spc="160" dirty="0">
                <a:latin typeface="Trebuchet MS"/>
                <a:cs typeface="Trebuchet MS"/>
              </a:rPr>
              <a:t>tasks</a:t>
            </a:r>
            <a:endParaRPr sz="2000">
              <a:latin typeface="Trebuchet MS"/>
              <a:cs typeface="Trebuchet MS"/>
            </a:endParaRPr>
          </a:p>
          <a:p>
            <a:pPr marL="137795" marR="2674620">
              <a:lnSpc>
                <a:spcPct val="112500"/>
              </a:lnSpc>
            </a:pPr>
            <a:r>
              <a:rPr sz="2000" spc="150" dirty="0">
                <a:latin typeface="Trebuchet MS"/>
                <a:cs typeface="Trebuchet MS"/>
              </a:rPr>
              <a:t>Bandwidth</a:t>
            </a:r>
            <a:r>
              <a:rPr sz="2000" spc="195" dirty="0">
                <a:latin typeface="Trebuchet MS"/>
                <a:cs typeface="Trebuchet MS"/>
              </a:rPr>
              <a:t> </a:t>
            </a:r>
            <a:r>
              <a:rPr sz="2000" spc="114" dirty="0">
                <a:latin typeface="Trebuchet MS"/>
                <a:cs typeface="Trebuchet MS"/>
              </a:rPr>
              <a:t>allocation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165" dirty="0">
                <a:latin typeface="Trebuchet MS"/>
                <a:cs typeface="Trebuchet MS"/>
              </a:rPr>
              <a:t>perceived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165" dirty="0">
                <a:latin typeface="Trebuchet MS"/>
                <a:cs typeface="Trebuchet MS"/>
              </a:rPr>
              <a:t>as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150" dirty="0">
                <a:latin typeface="Trebuchet MS"/>
                <a:cs typeface="Trebuchet MS"/>
              </a:rPr>
              <a:t>more</a:t>
            </a:r>
            <a:r>
              <a:rPr sz="2000" spc="19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fair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155" dirty="0">
                <a:latin typeface="Trebuchet MS"/>
                <a:cs typeface="Trebuchet MS"/>
              </a:rPr>
              <a:t>and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100" dirty="0">
                <a:latin typeface="Trebuchet MS"/>
                <a:cs typeface="Trebuchet MS"/>
              </a:rPr>
              <a:t>efficient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120" dirty="0">
                <a:latin typeface="Trebuchet MS"/>
                <a:cs typeface="Trebuchet MS"/>
              </a:rPr>
              <a:t>than</a:t>
            </a:r>
            <a:r>
              <a:rPr sz="2000" spc="195" dirty="0">
                <a:latin typeface="Trebuchet MS"/>
                <a:cs typeface="Trebuchet MS"/>
              </a:rPr>
              <a:t> </a:t>
            </a:r>
            <a:r>
              <a:rPr sz="2000" spc="140" dirty="0">
                <a:latin typeface="Trebuchet MS"/>
                <a:cs typeface="Trebuchet MS"/>
              </a:rPr>
              <a:t>static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185" dirty="0">
                <a:latin typeface="Trebuchet MS"/>
                <a:cs typeface="Trebuchet MS"/>
              </a:rPr>
              <a:t>methods </a:t>
            </a:r>
            <a:r>
              <a:rPr sz="2000" spc="190" dirty="0">
                <a:latin typeface="Trebuchet MS"/>
                <a:cs typeface="Trebuchet MS"/>
              </a:rPr>
              <a:t>Reduced</a:t>
            </a:r>
            <a:r>
              <a:rPr sz="2000" spc="175" dirty="0">
                <a:latin typeface="Trebuchet MS"/>
                <a:cs typeface="Trebuchet MS"/>
              </a:rPr>
              <a:t> </a:t>
            </a:r>
            <a:r>
              <a:rPr sz="2000" spc="165" dirty="0">
                <a:latin typeface="Trebuchet MS"/>
                <a:cs typeface="Trebuchet MS"/>
              </a:rPr>
              <a:t>need</a:t>
            </a:r>
            <a:r>
              <a:rPr sz="2000" spc="175" dirty="0">
                <a:latin typeface="Trebuchet MS"/>
                <a:cs typeface="Trebuchet MS"/>
              </a:rPr>
              <a:t> </a:t>
            </a:r>
            <a:r>
              <a:rPr sz="2000" spc="75" dirty="0">
                <a:latin typeface="Trebuchet MS"/>
                <a:cs typeface="Trebuchet MS"/>
              </a:rPr>
              <a:t>for</a:t>
            </a:r>
            <a:r>
              <a:rPr sz="2000" spc="180" dirty="0">
                <a:latin typeface="Trebuchet MS"/>
                <a:cs typeface="Trebuchet MS"/>
              </a:rPr>
              <a:t> </a:t>
            </a:r>
            <a:r>
              <a:rPr sz="2000" spc="125" dirty="0">
                <a:latin typeface="Trebuchet MS"/>
                <a:cs typeface="Trebuchet MS"/>
              </a:rPr>
              <a:t>manual</a:t>
            </a:r>
            <a:r>
              <a:rPr sz="2000" spc="175" dirty="0">
                <a:latin typeface="Trebuchet MS"/>
                <a:cs typeface="Trebuchet MS"/>
              </a:rPr>
              <a:t> </a:t>
            </a:r>
            <a:r>
              <a:rPr sz="2000" spc="160" dirty="0">
                <a:latin typeface="Trebuchet MS"/>
                <a:cs typeface="Trebuchet MS"/>
              </a:rPr>
              <a:t>bandwidth</a:t>
            </a:r>
            <a:r>
              <a:rPr sz="2000" spc="175" dirty="0">
                <a:latin typeface="Trebuchet MS"/>
                <a:cs typeface="Trebuchet MS"/>
              </a:rPr>
              <a:t> </a:t>
            </a:r>
            <a:r>
              <a:rPr sz="2000" spc="160" dirty="0">
                <a:latin typeface="Trebuchet MS"/>
                <a:cs typeface="Trebuchet MS"/>
              </a:rPr>
              <a:t>adjustments</a:t>
            </a:r>
            <a:r>
              <a:rPr sz="2000" spc="180" dirty="0">
                <a:latin typeface="Trebuchet MS"/>
                <a:cs typeface="Trebuchet MS"/>
              </a:rPr>
              <a:t> </a:t>
            </a:r>
            <a:r>
              <a:rPr sz="2000" spc="195" dirty="0">
                <a:latin typeface="Trebuchet MS"/>
                <a:cs typeface="Trebuchet MS"/>
              </a:rPr>
              <a:t>by</a:t>
            </a:r>
            <a:r>
              <a:rPr sz="2000" spc="1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</a:t>
            </a:r>
            <a:r>
              <a:rPr sz="2000" spc="175" dirty="0">
                <a:latin typeface="Trebuchet MS"/>
                <a:cs typeface="Trebuchet MS"/>
              </a:rPr>
              <a:t> </a:t>
            </a:r>
            <a:r>
              <a:rPr sz="2000" spc="160" dirty="0">
                <a:latin typeface="Trebuchet MS"/>
                <a:cs typeface="Trebuchet MS"/>
              </a:rPr>
              <a:t>teams</a:t>
            </a:r>
            <a:endParaRPr sz="2000">
              <a:latin typeface="Trebuchet MS"/>
              <a:cs typeface="Trebuchet MS"/>
            </a:endParaRPr>
          </a:p>
          <a:p>
            <a:pPr marL="137795">
              <a:lnSpc>
                <a:spcPct val="100000"/>
              </a:lnSpc>
              <a:spcBef>
                <a:spcPts val="300"/>
              </a:spcBef>
            </a:pPr>
            <a:r>
              <a:rPr sz="2000" spc="135" dirty="0">
                <a:latin typeface="Trebuchet MS"/>
                <a:cs typeface="Trebuchet MS"/>
              </a:rPr>
              <a:t>Positive</a:t>
            </a:r>
            <a:r>
              <a:rPr sz="2000" spc="175" dirty="0">
                <a:latin typeface="Trebuchet MS"/>
                <a:cs typeface="Trebuchet MS"/>
              </a:rPr>
              <a:t> </a:t>
            </a:r>
            <a:r>
              <a:rPr sz="2000" spc="195" dirty="0">
                <a:latin typeface="Trebuchet MS"/>
                <a:cs typeface="Trebuchet MS"/>
              </a:rPr>
              <a:t>response</a:t>
            </a:r>
            <a:r>
              <a:rPr sz="2000" spc="180" dirty="0">
                <a:latin typeface="Trebuchet MS"/>
                <a:cs typeface="Trebuchet MS"/>
              </a:rPr>
              <a:t> </a:t>
            </a:r>
            <a:r>
              <a:rPr sz="2000" spc="105" dirty="0">
                <a:latin typeface="Trebuchet MS"/>
                <a:cs typeface="Trebuchet MS"/>
              </a:rPr>
              <a:t>to</a:t>
            </a:r>
            <a:r>
              <a:rPr sz="2000" spc="180" dirty="0">
                <a:latin typeface="Trebuchet MS"/>
                <a:cs typeface="Trebuchet MS"/>
              </a:rPr>
              <a:t> </a:t>
            </a:r>
            <a:r>
              <a:rPr sz="2000" spc="110" dirty="0">
                <a:latin typeface="Trebuchet MS"/>
                <a:cs typeface="Trebuchet MS"/>
              </a:rPr>
              <a:t>the</a:t>
            </a:r>
            <a:r>
              <a:rPr sz="2000" spc="180" dirty="0">
                <a:latin typeface="Trebuchet MS"/>
                <a:cs typeface="Trebuchet MS"/>
              </a:rPr>
              <a:t> </a:t>
            </a:r>
            <a:r>
              <a:rPr sz="2000" spc="170" dirty="0">
                <a:latin typeface="Trebuchet MS"/>
                <a:cs typeface="Trebuchet MS"/>
              </a:rPr>
              <a:t>system’s</a:t>
            </a:r>
            <a:r>
              <a:rPr sz="2000" spc="180" dirty="0">
                <a:latin typeface="Trebuchet MS"/>
                <a:cs typeface="Trebuchet MS"/>
              </a:rPr>
              <a:t> </a:t>
            </a:r>
            <a:r>
              <a:rPr sz="2000" spc="150" dirty="0">
                <a:latin typeface="Trebuchet MS"/>
                <a:cs typeface="Trebuchet MS"/>
              </a:rPr>
              <a:t>adaptive</a:t>
            </a:r>
            <a:r>
              <a:rPr sz="2000" spc="180" dirty="0">
                <a:latin typeface="Trebuchet MS"/>
                <a:cs typeface="Trebuchet MS"/>
              </a:rPr>
              <a:t> </a:t>
            </a:r>
            <a:r>
              <a:rPr sz="2000" spc="155" dirty="0">
                <a:latin typeface="Trebuchet MS"/>
                <a:cs typeface="Trebuchet MS"/>
              </a:rPr>
              <a:t>and</a:t>
            </a:r>
            <a:r>
              <a:rPr sz="2000" spc="180" dirty="0">
                <a:latin typeface="Trebuchet MS"/>
                <a:cs typeface="Trebuchet MS"/>
              </a:rPr>
              <a:t> </a:t>
            </a:r>
            <a:r>
              <a:rPr sz="2000" spc="165" dirty="0">
                <a:latin typeface="Trebuchet MS"/>
                <a:cs typeface="Trebuchet MS"/>
              </a:rPr>
              <a:t>automated</a:t>
            </a:r>
            <a:r>
              <a:rPr sz="2000" spc="180" dirty="0">
                <a:latin typeface="Trebuchet MS"/>
                <a:cs typeface="Trebuchet MS"/>
              </a:rPr>
              <a:t> </a:t>
            </a:r>
            <a:r>
              <a:rPr sz="2000" spc="130" dirty="0">
                <a:latin typeface="Trebuchet MS"/>
                <a:cs typeface="Trebuchet MS"/>
              </a:rPr>
              <a:t>behavior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0411" y="6994195"/>
            <a:ext cx="85725" cy="8572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0411" y="7337095"/>
            <a:ext cx="85725" cy="8572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0411" y="7679995"/>
            <a:ext cx="85725" cy="8572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0411" y="8022895"/>
            <a:ext cx="85725" cy="8572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0411" y="8365795"/>
            <a:ext cx="85725" cy="8572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935952" y="9788531"/>
            <a:ext cx="2009139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310" dirty="0">
                <a:latin typeface="Verdana"/>
                <a:cs typeface="Verdana"/>
              </a:rPr>
              <a:t>IT22315700</a:t>
            </a:r>
            <a:r>
              <a:rPr sz="2700" spc="8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14944" y="9788531"/>
            <a:ext cx="241427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45" dirty="0">
                <a:latin typeface="Verdana"/>
                <a:cs typeface="Verdana"/>
              </a:rPr>
              <a:t>Shaethayine.R</a:t>
            </a:r>
            <a:r>
              <a:rPr sz="2700" spc="9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98899" y="9788531"/>
            <a:ext cx="207391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29" dirty="0">
                <a:latin typeface="Verdana"/>
                <a:cs typeface="Verdana"/>
              </a:rPr>
              <a:t>25</a:t>
            </a:r>
            <a:r>
              <a:rPr sz="2700" spc="-4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50" dirty="0">
                <a:latin typeface="Verdana"/>
                <a:cs typeface="Verdana"/>
              </a:rPr>
              <a:t>26j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034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900" dirty="0"/>
              <a:t>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6482" y="-81443"/>
            <a:ext cx="16581119" cy="1287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250" b="1" spc="275" dirty="0">
                <a:solidFill>
                  <a:srgbClr val="1B2020"/>
                </a:solidFill>
                <a:latin typeface="Trebuchet MS"/>
                <a:cs typeface="Trebuchet MS"/>
              </a:rPr>
              <a:t>EVALUATE/PROVE</a:t>
            </a:r>
            <a:r>
              <a:rPr sz="8250" b="1" spc="-71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8250" b="1" spc="-25" dirty="0">
                <a:solidFill>
                  <a:srgbClr val="1B2020"/>
                </a:solidFill>
                <a:latin typeface="Trebuchet MS"/>
                <a:cs typeface="Trebuchet MS"/>
              </a:rPr>
              <a:t>THE</a:t>
            </a:r>
            <a:r>
              <a:rPr sz="8250" b="1" spc="-705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8250" b="1" spc="690" dirty="0">
                <a:solidFill>
                  <a:srgbClr val="1B2020"/>
                </a:solidFill>
                <a:latin typeface="Trebuchet MS"/>
                <a:cs typeface="Trebuchet MS"/>
              </a:rPr>
              <a:t>SUCCESS</a:t>
            </a:r>
            <a:endParaRPr sz="82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1537"/>
            <a:ext cx="3771899" cy="7343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1446" y="1513202"/>
            <a:ext cx="16290925" cy="67265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350" spc="175" dirty="0">
                <a:latin typeface="Trebuchet MS"/>
                <a:cs typeface="Trebuchet MS"/>
              </a:rPr>
              <a:t>Performance</a:t>
            </a:r>
            <a:r>
              <a:rPr sz="2350" spc="200" dirty="0">
                <a:latin typeface="Trebuchet MS"/>
                <a:cs typeface="Trebuchet MS"/>
              </a:rPr>
              <a:t> </a:t>
            </a:r>
            <a:r>
              <a:rPr sz="2350" spc="190" dirty="0">
                <a:latin typeface="Trebuchet MS"/>
                <a:cs typeface="Trebuchet MS"/>
              </a:rPr>
              <a:t>Dashboards:</a:t>
            </a:r>
            <a:endParaRPr sz="2350">
              <a:latin typeface="Trebuchet MS"/>
              <a:cs typeface="Trebuchet MS"/>
            </a:endParaRPr>
          </a:p>
          <a:p>
            <a:pPr marL="12700" marR="1651635">
              <a:lnSpc>
                <a:spcPct val="111700"/>
              </a:lnSpc>
            </a:pPr>
            <a:r>
              <a:rPr sz="2350" spc="190" dirty="0">
                <a:latin typeface="Trebuchet MS"/>
                <a:cs typeface="Trebuchet MS"/>
              </a:rPr>
              <a:t>Use</a:t>
            </a:r>
            <a:r>
              <a:rPr sz="2350" spc="204" dirty="0">
                <a:latin typeface="Trebuchet MS"/>
                <a:cs typeface="Trebuchet MS"/>
              </a:rPr>
              <a:t> </a:t>
            </a:r>
            <a:r>
              <a:rPr sz="2350" spc="180" dirty="0">
                <a:latin typeface="Trebuchet MS"/>
                <a:cs typeface="Trebuchet MS"/>
              </a:rPr>
              <a:t>real-</a:t>
            </a:r>
            <a:r>
              <a:rPr sz="2350" spc="120" dirty="0">
                <a:latin typeface="Trebuchet MS"/>
                <a:cs typeface="Trebuchet MS"/>
              </a:rPr>
              <a:t>time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240" dirty="0">
                <a:latin typeface="Trebuchet MS"/>
                <a:cs typeface="Trebuchet MS"/>
              </a:rPr>
              <a:t>dashboards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114" dirty="0">
                <a:latin typeface="Trebuchet MS"/>
                <a:cs typeface="Trebuchet MS"/>
              </a:rPr>
              <a:t>to</a:t>
            </a:r>
            <a:r>
              <a:rPr sz="2350" spc="220" dirty="0">
                <a:latin typeface="Trebuchet MS"/>
                <a:cs typeface="Trebuchet MS"/>
              </a:rPr>
              <a:t> </a:t>
            </a:r>
            <a:r>
              <a:rPr sz="2350" spc="155" dirty="0">
                <a:latin typeface="Trebuchet MS"/>
                <a:cs typeface="Trebuchet MS"/>
              </a:rPr>
              <a:t>monitor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180" dirty="0">
                <a:latin typeface="Trebuchet MS"/>
                <a:cs typeface="Trebuchet MS"/>
              </a:rPr>
              <a:t>energy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175" dirty="0">
                <a:latin typeface="Trebuchet MS"/>
                <a:cs typeface="Trebuchet MS"/>
              </a:rPr>
              <a:t>consumption,</a:t>
            </a:r>
            <a:r>
              <a:rPr sz="2350" spc="220" dirty="0">
                <a:latin typeface="Trebuchet MS"/>
                <a:cs typeface="Trebuchet MS"/>
              </a:rPr>
              <a:t> </a:t>
            </a:r>
            <a:r>
              <a:rPr sz="2350" spc="145" dirty="0">
                <a:latin typeface="Trebuchet MS"/>
                <a:cs typeface="Trebuchet MS"/>
              </a:rPr>
              <a:t>network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125" dirty="0">
                <a:latin typeface="Trebuchet MS"/>
                <a:cs typeface="Trebuchet MS"/>
              </a:rPr>
              <a:t>usage,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180" dirty="0">
                <a:latin typeface="Trebuchet MS"/>
                <a:cs typeface="Trebuchet MS"/>
              </a:rPr>
              <a:t>and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160" dirty="0">
                <a:latin typeface="Trebuchet MS"/>
                <a:cs typeface="Trebuchet MS"/>
              </a:rPr>
              <a:t>task</a:t>
            </a:r>
            <a:r>
              <a:rPr sz="2350" spc="220" dirty="0">
                <a:latin typeface="Trebuchet MS"/>
                <a:cs typeface="Trebuchet MS"/>
              </a:rPr>
              <a:t> </a:t>
            </a:r>
            <a:r>
              <a:rPr sz="2350" spc="125" dirty="0">
                <a:latin typeface="Trebuchet MS"/>
                <a:cs typeface="Trebuchet MS"/>
              </a:rPr>
              <a:t>allocation </a:t>
            </a:r>
            <a:r>
              <a:rPr sz="2350" spc="135" dirty="0">
                <a:latin typeface="Trebuchet MS"/>
                <a:cs typeface="Trebuchet MS"/>
              </a:rPr>
              <a:t>effectiveness.</a:t>
            </a:r>
            <a:endParaRPr sz="2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2350">
              <a:latin typeface="Trebuchet MS"/>
              <a:cs typeface="Trebuchet MS"/>
            </a:endParaRPr>
          </a:p>
          <a:p>
            <a:pPr marL="12700" marR="1344295">
              <a:lnSpc>
                <a:spcPct val="111700"/>
              </a:lnSpc>
            </a:pPr>
            <a:r>
              <a:rPr sz="2350" spc="409" dirty="0">
                <a:latin typeface="Trebuchet MS"/>
                <a:cs typeface="Trebuchet MS"/>
              </a:rPr>
              <a:t>5-</a:t>
            </a:r>
            <a:r>
              <a:rPr sz="2350" spc="114" dirty="0">
                <a:latin typeface="Trebuchet MS"/>
                <a:cs typeface="Trebuchet MS"/>
              </a:rPr>
              <a:t>fold</a:t>
            </a:r>
            <a:r>
              <a:rPr sz="2350" spc="200" dirty="0">
                <a:latin typeface="Trebuchet MS"/>
                <a:cs typeface="Trebuchet MS"/>
              </a:rPr>
              <a:t> </a:t>
            </a:r>
            <a:r>
              <a:rPr sz="2350" spc="310" dirty="0">
                <a:latin typeface="Trebuchet MS"/>
                <a:cs typeface="Trebuchet MS"/>
              </a:rPr>
              <a:t>cross-</a:t>
            </a:r>
            <a:r>
              <a:rPr sz="2350" spc="135" dirty="0">
                <a:latin typeface="Trebuchet MS"/>
                <a:cs typeface="Trebuchet MS"/>
              </a:rPr>
              <a:t>validation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114" dirty="0">
                <a:latin typeface="Trebuchet MS"/>
                <a:cs typeface="Trebuchet MS"/>
              </a:rPr>
              <a:t>to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180" dirty="0">
                <a:latin typeface="Trebuchet MS"/>
                <a:cs typeface="Trebuchet MS"/>
              </a:rPr>
              <a:t>ensure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120" dirty="0">
                <a:latin typeface="Trebuchet MS"/>
                <a:cs typeface="Trebuchet MS"/>
              </a:rPr>
              <a:t>the</a:t>
            </a:r>
            <a:r>
              <a:rPr sz="2350" spc="210" dirty="0">
                <a:latin typeface="Trebuchet MS"/>
                <a:cs typeface="Trebuchet MS"/>
              </a:rPr>
              <a:t> </a:t>
            </a:r>
            <a:r>
              <a:rPr sz="2350" spc="105" dirty="0">
                <a:latin typeface="Trebuchet MS"/>
                <a:cs typeface="Trebuchet MS"/>
              </a:rPr>
              <a:t>AI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210" dirty="0">
                <a:latin typeface="Trebuchet MS"/>
                <a:cs typeface="Trebuchet MS"/>
              </a:rPr>
              <a:t>models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90" dirty="0">
                <a:latin typeface="Trebuchet MS"/>
                <a:cs typeface="Trebuchet MS"/>
              </a:rPr>
              <a:t>for</a:t>
            </a:r>
            <a:r>
              <a:rPr sz="2350" spc="210" dirty="0">
                <a:latin typeface="Trebuchet MS"/>
                <a:cs typeface="Trebuchet MS"/>
              </a:rPr>
              <a:t> </a:t>
            </a:r>
            <a:r>
              <a:rPr sz="2350" spc="160" dirty="0">
                <a:latin typeface="Trebuchet MS"/>
                <a:cs typeface="Trebuchet MS"/>
              </a:rPr>
              <a:t>task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155" dirty="0">
                <a:latin typeface="Trebuchet MS"/>
                <a:cs typeface="Trebuchet MS"/>
              </a:rPr>
              <a:t>categorization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180" dirty="0">
                <a:latin typeface="Trebuchet MS"/>
                <a:cs typeface="Trebuchet MS"/>
              </a:rPr>
              <a:t>and</a:t>
            </a:r>
            <a:r>
              <a:rPr sz="2350" spc="210" dirty="0">
                <a:latin typeface="Trebuchet MS"/>
                <a:cs typeface="Trebuchet MS"/>
              </a:rPr>
              <a:t> </a:t>
            </a:r>
            <a:r>
              <a:rPr sz="2350" spc="180" dirty="0">
                <a:latin typeface="Trebuchet MS"/>
                <a:cs typeface="Trebuchet MS"/>
              </a:rPr>
              <a:t>energy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135" dirty="0">
                <a:latin typeface="Trebuchet MS"/>
                <a:cs typeface="Trebuchet MS"/>
              </a:rPr>
              <a:t>optimization </a:t>
            </a:r>
            <a:r>
              <a:rPr sz="2350" spc="165" dirty="0">
                <a:latin typeface="Trebuchet MS"/>
                <a:cs typeface="Trebuchet MS"/>
              </a:rPr>
              <a:t>perform</a:t>
            </a:r>
            <a:r>
              <a:rPr sz="2350" spc="200" dirty="0">
                <a:latin typeface="Trebuchet MS"/>
                <a:cs typeface="Trebuchet MS"/>
              </a:rPr>
              <a:t> </a:t>
            </a:r>
            <a:r>
              <a:rPr sz="2350" spc="55" dirty="0">
                <a:latin typeface="Trebuchet MS"/>
                <a:cs typeface="Trebuchet MS"/>
              </a:rPr>
              <a:t>reliably.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350" spc="75" dirty="0">
                <a:latin typeface="Trebuchet MS"/>
                <a:cs typeface="Trebuchet MS"/>
              </a:rPr>
              <a:t>Target: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185" dirty="0">
                <a:latin typeface="Trebuchet MS"/>
                <a:cs typeface="Trebuchet MS"/>
              </a:rPr>
              <a:t>Achieve</a:t>
            </a:r>
            <a:r>
              <a:rPr sz="2350" spc="225" dirty="0">
                <a:latin typeface="Trebuchet MS"/>
                <a:cs typeface="Trebuchet MS"/>
              </a:rPr>
              <a:t> </a:t>
            </a:r>
            <a:r>
              <a:rPr sz="2350" spc="340" dirty="0">
                <a:latin typeface="Trebuchet MS"/>
                <a:cs typeface="Trebuchet MS"/>
              </a:rPr>
              <a:t>&gt;80%</a:t>
            </a:r>
            <a:r>
              <a:rPr sz="2350" spc="225" dirty="0">
                <a:latin typeface="Trebuchet MS"/>
                <a:cs typeface="Trebuchet MS"/>
              </a:rPr>
              <a:t> </a:t>
            </a:r>
            <a:r>
              <a:rPr sz="2350" spc="215" dirty="0">
                <a:latin typeface="Trebuchet MS"/>
                <a:cs typeface="Trebuchet MS"/>
              </a:rPr>
              <a:t>accuracy</a:t>
            </a:r>
            <a:r>
              <a:rPr sz="2350" spc="229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in</a:t>
            </a:r>
            <a:r>
              <a:rPr sz="2350" spc="225" dirty="0">
                <a:latin typeface="Trebuchet MS"/>
                <a:cs typeface="Trebuchet MS"/>
              </a:rPr>
              <a:t> </a:t>
            </a:r>
            <a:r>
              <a:rPr sz="2350" spc="175" dirty="0">
                <a:latin typeface="Trebuchet MS"/>
                <a:cs typeface="Trebuchet MS"/>
              </a:rPr>
              <a:t>classifying</a:t>
            </a:r>
            <a:r>
              <a:rPr sz="2350" spc="225" dirty="0">
                <a:latin typeface="Trebuchet MS"/>
                <a:cs typeface="Trebuchet MS"/>
              </a:rPr>
              <a:t> </a:t>
            </a:r>
            <a:r>
              <a:rPr sz="2350" spc="204" dirty="0">
                <a:latin typeface="Trebuchet MS"/>
                <a:cs typeface="Trebuchet MS"/>
              </a:rPr>
              <a:t>tasks</a:t>
            </a:r>
            <a:r>
              <a:rPr sz="2350" spc="225" dirty="0">
                <a:latin typeface="Trebuchet MS"/>
                <a:cs typeface="Trebuchet MS"/>
              </a:rPr>
              <a:t> </a:t>
            </a:r>
            <a:r>
              <a:rPr sz="2350" spc="180" dirty="0">
                <a:latin typeface="Trebuchet MS"/>
                <a:cs typeface="Trebuchet MS"/>
              </a:rPr>
              <a:t>and</a:t>
            </a:r>
            <a:r>
              <a:rPr sz="2350" spc="225" dirty="0">
                <a:latin typeface="Trebuchet MS"/>
                <a:cs typeface="Trebuchet MS"/>
              </a:rPr>
              <a:t> </a:t>
            </a:r>
            <a:r>
              <a:rPr sz="2350" spc="114" dirty="0">
                <a:latin typeface="Trebuchet MS"/>
                <a:cs typeface="Trebuchet MS"/>
              </a:rPr>
              <a:t>efficient</a:t>
            </a:r>
            <a:r>
              <a:rPr sz="2350" spc="225" dirty="0">
                <a:latin typeface="Trebuchet MS"/>
                <a:cs typeface="Trebuchet MS"/>
              </a:rPr>
              <a:t> </a:t>
            </a:r>
            <a:r>
              <a:rPr sz="2350" spc="195" dirty="0">
                <a:latin typeface="Trebuchet MS"/>
                <a:cs typeface="Trebuchet MS"/>
              </a:rPr>
              <a:t>resource</a:t>
            </a:r>
            <a:r>
              <a:rPr sz="2350" spc="225" dirty="0">
                <a:latin typeface="Trebuchet MS"/>
                <a:cs typeface="Trebuchet MS"/>
              </a:rPr>
              <a:t> </a:t>
            </a:r>
            <a:r>
              <a:rPr sz="2350" spc="135" dirty="0">
                <a:latin typeface="Trebuchet MS"/>
                <a:cs typeface="Trebuchet MS"/>
              </a:rPr>
              <a:t>allocation</a:t>
            </a:r>
            <a:r>
              <a:rPr sz="2350" spc="229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in</a:t>
            </a:r>
            <a:r>
              <a:rPr sz="2350" spc="225" dirty="0">
                <a:latin typeface="Trebuchet MS"/>
                <a:cs typeface="Trebuchet MS"/>
              </a:rPr>
              <a:t> </a:t>
            </a:r>
            <a:r>
              <a:rPr sz="2350" spc="180" dirty="0">
                <a:latin typeface="Trebuchet MS"/>
                <a:cs typeface="Trebuchet MS"/>
              </a:rPr>
              <a:t>real-</a:t>
            </a:r>
            <a:r>
              <a:rPr sz="2350" spc="-20" dirty="0">
                <a:latin typeface="Trebuchet MS"/>
                <a:cs typeface="Trebuchet MS"/>
              </a:rPr>
              <a:t>time.</a:t>
            </a:r>
            <a:endParaRPr sz="2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2350">
              <a:latin typeface="Trebuchet MS"/>
              <a:cs typeface="Trebuchet MS"/>
            </a:endParaRPr>
          </a:p>
          <a:p>
            <a:pPr marL="12700" marR="2035810">
              <a:lnSpc>
                <a:spcPct val="111700"/>
              </a:lnSpc>
              <a:spcBef>
                <a:spcPts val="5"/>
              </a:spcBef>
            </a:pPr>
            <a:r>
              <a:rPr sz="2350" spc="75" dirty="0">
                <a:latin typeface="Trebuchet MS"/>
                <a:cs typeface="Trebuchet MS"/>
              </a:rPr>
              <a:t>Target:</a:t>
            </a:r>
            <a:r>
              <a:rPr sz="2350" spc="210" dirty="0">
                <a:latin typeface="Trebuchet MS"/>
                <a:cs typeface="Trebuchet MS"/>
              </a:rPr>
              <a:t> </a:t>
            </a:r>
            <a:r>
              <a:rPr sz="2350" spc="185" dirty="0">
                <a:latin typeface="Trebuchet MS"/>
                <a:cs typeface="Trebuchet MS"/>
              </a:rPr>
              <a:t>Achieve</a:t>
            </a:r>
            <a:r>
              <a:rPr sz="2350" spc="220" dirty="0">
                <a:latin typeface="Trebuchet MS"/>
                <a:cs typeface="Trebuchet MS"/>
              </a:rPr>
              <a:t> </a:t>
            </a:r>
            <a:r>
              <a:rPr sz="2350" spc="325" dirty="0">
                <a:latin typeface="Trebuchet MS"/>
                <a:cs typeface="Trebuchet MS"/>
              </a:rPr>
              <a:t>&gt;30%</a:t>
            </a:r>
            <a:r>
              <a:rPr sz="2350" spc="220" dirty="0">
                <a:latin typeface="Trebuchet MS"/>
                <a:cs typeface="Trebuchet MS"/>
              </a:rPr>
              <a:t> </a:t>
            </a:r>
            <a:r>
              <a:rPr sz="2350" spc="180" dirty="0">
                <a:latin typeface="Trebuchet MS"/>
                <a:cs typeface="Trebuchet MS"/>
              </a:rPr>
              <a:t>energy</a:t>
            </a:r>
            <a:r>
              <a:rPr sz="2350" spc="225" dirty="0">
                <a:latin typeface="Trebuchet MS"/>
                <a:cs typeface="Trebuchet MS"/>
              </a:rPr>
              <a:t> </a:t>
            </a:r>
            <a:r>
              <a:rPr sz="2350" spc="210" dirty="0">
                <a:latin typeface="Trebuchet MS"/>
                <a:cs typeface="Trebuchet MS"/>
              </a:rPr>
              <a:t>savings</a:t>
            </a:r>
            <a:r>
              <a:rPr sz="2350" spc="22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in</a:t>
            </a:r>
            <a:r>
              <a:rPr sz="2350" spc="220" dirty="0">
                <a:latin typeface="Trebuchet MS"/>
                <a:cs typeface="Trebuchet MS"/>
              </a:rPr>
              <a:t> </a:t>
            </a:r>
            <a:r>
              <a:rPr sz="2350" spc="130" dirty="0">
                <a:latin typeface="Trebuchet MS"/>
                <a:cs typeface="Trebuchet MS"/>
              </a:rPr>
              <a:t>office</a:t>
            </a:r>
            <a:r>
              <a:rPr sz="2350" spc="220" dirty="0">
                <a:latin typeface="Trebuchet MS"/>
                <a:cs typeface="Trebuchet MS"/>
              </a:rPr>
              <a:t> </a:t>
            </a:r>
            <a:r>
              <a:rPr sz="2350" spc="180" dirty="0">
                <a:latin typeface="Trebuchet MS"/>
                <a:cs typeface="Trebuchet MS"/>
              </a:rPr>
              <a:t>energy</a:t>
            </a:r>
            <a:r>
              <a:rPr sz="2350" spc="220" dirty="0">
                <a:latin typeface="Trebuchet MS"/>
                <a:cs typeface="Trebuchet MS"/>
              </a:rPr>
              <a:t> consumption </a:t>
            </a:r>
            <a:r>
              <a:rPr sz="2350" spc="225" dirty="0">
                <a:latin typeface="Trebuchet MS"/>
                <a:cs typeface="Trebuchet MS"/>
              </a:rPr>
              <a:t>compared</a:t>
            </a:r>
            <a:r>
              <a:rPr sz="2350" spc="220" dirty="0">
                <a:latin typeface="Trebuchet MS"/>
                <a:cs typeface="Trebuchet MS"/>
              </a:rPr>
              <a:t> </a:t>
            </a:r>
            <a:r>
              <a:rPr sz="2350" spc="114" dirty="0">
                <a:latin typeface="Trebuchet MS"/>
                <a:cs typeface="Trebuchet MS"/>
              </a:rPr>
              <a:t>to</a:t>
            </a:r>
            <a:r>
              <a:rPr sz="2350" spc="225" dirty="0">
                <a:latin typeface="Trebuchet MS"/>
                <a:cs typeface="Trebuchet MS"/>
              </a:rPr>
              <a:t> </a:t>
            </a:r>
            <a:r>
              <a:rPr sz="2350" spc="110" dirty="0">
                <a:latin typeface="Trebuchet MS"/>
                <a:cs typeface="Trebuchet MS"/>
              </a:rPr>
              <a:t>traditional </a:t>
            </a:r>
            <a:r>
              <a:rPr sz="2350" spc="150" dirty="0">
                <a:latin typeface="Trebuchet MS"/>
                <a:cs typeface="Trebuchet MS"/>
              </a:rPr>
              <a:t>setups.</a:t>
            </a:r>
            <a:endParaRPr sz="2350">
              <a:latin typeface="Trebuchet MS"/>
              <a:cs typeface="Trebuchet MS"/>
            </a:endParaRPr>
          </a:p>
          <a:p>
            <a:pPr marL="182245">
              <a:lnSpc>
                <a:spcPct val="100000"/>
              </a:lnSpc>
              <a:spcBef>
                <a:spcPts val="1240"/>
              </a:spcBef>
            </a:pPr>
            <a:r>
              <a:rPr sz="5600" b="1" spc="350" dirty="0">
                <a:solidFill>
                  <a:srgbClr val="1B2020"/>
                </a:solidFill>
                <a:latin typeface="Trebuchet MS"/>
                <a:cs typeface="Trebuchet MS"/>
              </a:rPr>
              <a:t>DATA</a:t>
            </a:r>
            <a:r>
              <a:rPr sz="5600" b="1" spc="-49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5600" b="1" spc="175" dirty="0">
                <a:solidFill>
                  <a:srgbClr val="1B2020"/>
                </a:solidFill>
                <a:latin typeface="Trebuchet MS"/>
                <a:cs typeface="Trebuchet MS"/>
              </a:rPr>
              <a:t>AVAILABILITY</a:t>
            </a:r>
            <a:r>
              <a:rPr sz="5600" b="1" spc="-484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5600" b="1" spc="475" dirty="0">
                <a:solidFill>
                  <a:srgbClr val="1B2020"/>
                </a:solidFill>
                <a:latin typeface="Trebuchet MS"/>
                <a:cs typeface="Trebuchet MS"/>
              </a:rPr>
              <a:t>AND</a:t>
            </a:r>
            <a:r>
              <a:rPr sz="5600" b="1" spc="-49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5600" b="1" spc="125" dirty="0">
                <a:solidFill>
                  <a:srgbClr val="1B2020"/>
                </a:solidFill>
                <a:latin typeface="Trebuchet MS"/>
                <a:cs typeface="Trebuchet MS"/>
              </a:rPr>
              <a:t>ETHICAL</a:t>
            </a:r>
            <a:r>
              <a:rPr sz="5600" b="1" spc="-484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5600" b="1" spc="275" dirty="0">
                <a:solidFill>
                  <a:srgbClr val="1B2020"/>
                </a:solidFill>
                <a:latin typeface="Trebuchet MS"/>
                <a:cs typeface="Trebuchet MS"/>
              </a:rPr>
              <a:t>CLEARANCE</a:t>
            </a:r>
            <a:endParaRPr sz="5600">
              <a:latin typeface="Trebuchet MS"/>
              <a:cs typeface="Trebuchet MS"/>
            </a:endParaRPr>
          </a:p>
          <a:p>
            <a:pPr marL="137795" indent="-136525">
              <a:lnSpc>
                <a:spcPct val="100000"/>
              </a:lnSpc>
              <a:spcBef>
                <a:spcPts val="4184"/>
              </a:spcBef>
              <a:buSzPct val="78723"/>
              <a:buFont typeface="Trebuchet MS"/>
              <a:buChar char="•"/>
              <a:tabLst>
                <a:tab pos="137795" algn="l"/>
              </a:tabLst>
            </a:pPr>
            <a:r>
              <a:rPr sz="2350" b="1" spc="215" dirty="0">
                <a:latin typeface="Trebuchet MS"/>
                <a:cs typeface="Trebuchet MS"/>
              </a:rPr>
              <a:t>Data</a:t>
            </a:r>
            <a:r>
              <a:rPr sz="2350" b="1" spc="140" dirty="0">
                <a:latin typeface="Trebuchet MS"/>
                <a:cs typeface="Trebuchet MS"/>
              </a:rPr>
              <a:t> </a:t>
            </a:r>
            <a:r>
              <a:rPr sz="2350" b="1" spc="125" dirty="0">
                <a:latin typeface="Trebuchet MS"/>
                <a:cs typeface="Trebuchet MS"/>
              </a:rPr>
              <a:t>Availability</a:t>
            </a:r>
            <a:r>
              <a:rPr sz="2350" spc="125" dirty="0">
                <a:latin typeface="Trebuchet MS"/>
                <a:cs typeface="Trebuchet MS"/>
              </a:rPr>
              <a:t>:</a:t>
            </a:r>
            <a:endParaRPr sz="2350">
              <a:latin typeface="Trebuchet MS"/>
              <a:cs typeface="Trebuchet MS"/>
            </a:endParaRPr>
          </a:p>
          <a:p>
            <a:pPr marL="137795" indent="-136525">
              <a:lnSpc>
                <a:spcPct val="100000"/>
              </a:lnSpc>
              <a:spcBef>
                <a:spcPts val="330"/>
              </a:spcBef>
              <a:buSzPct val="78723"/>
              <a:buFont typeface="Trebuchet MS"/>
              <a:buChar char="•"/>
              <a:tabLst>
                <a:tab pos="137795" algn="l"/>
              </a:tabLst>
            </a:pPr>
            <a:r>
              <a:rPr sz="2350" b="1" spc="180" dirty="0">
                <a:latin typeface="Trebuchet MS"/>
                <a:cs typeface="Trebuchet MS"/>
              </a:rPr>
              <a:t>Office</a:t>
            </a:r>
            <a:r>
              <a:rPr sz="2350" b="1" spc="155" dirty="0">
                <a:latin typeface="Trebuchet MS"/>
                <a:cs typeface="Trebuchet MS"/>
              </a:rPr>
              <a:t> </a:t>
            </a:r>
            <a:r>
              <a:rPr sz="2350" b="1" spc="170" dirty="0">
                <a:latin typeface="Trebuchet MS"/>
                <a:cs typeface="Trebuchet MS"/>
              </a:rPr>
              <a:t>environment</a:t>
            </a:r>
            <a:r>
              <a:rPr sz="2350" b="1" spc="155" dirty="0">
                <a:latin typeface="Trebuchet MS"/>
                <a:cs typeface="Trebuchet MS"/>
              </a:rPr>
              <a:t> </a:t>
            </a:r>
            <a:r>
              <a:rPr sz="2350" b="1" spc="215" dirty="0">
                <a:latin typeface="Trebuchet MS"/>
                <a:cs typeface="Trebuchet MS"/>
              </a:rPr>
              <a:t>data</a:t>
            </a:r>
            <a:r>
              <a:rPr sz="2350" b="1" spc="220" dirty="0">
                <a:latin typeface="Trebuchet MS"/>
                <a:cs typeface="Trebuchet MS"/>
              </a:rPr>
              <a:t> </a:t>
            </a:r>
            <a:r>
              <a:rPr sz="2350" spc="125" dirty="0">
                <a:latin typeface="Trebuchet MS"/>
                <a:cs typeface="Trebuchet MS"/>
              </a:rPr>
              <a:t>(temperature,</a:t>
            </a:r>
            <a:r>
              <a:rPr sz="2350" spc="225" dirty="0">
                <a:latin typeface="Trebuchet MS"/>
                <a:cs typeface="Trebuchet MS"/>
              </a:rPr>
              <a:t> </a:t>
            </a:r>
            <a:r>
              <a:rPr sz="2350" spc="190" dirty="0">
                <a:latin typeface="Trebuchet MS"/>
                <a:cs typeface="Trebuchet MS"/>
              </a:rPr>
              <a:t>occupancy,</a:t>
            </a:r>
            <a:r>
              <a:rPr sz="2350" spc="220" dirty="0">
                <a:latin typeface="Trebuchet MS"/>
                <a:cs typeface="Trebuchet MS"/>
              </a:rPr>
              <a:t> </a:t>
            </a:r>
            <a:r>
              <a:rPr sz="2350" spc="160" dirty="0">
                <a:latin typeface="Trebuchet MS"/>
                <a:cs typeface="Trebuchet MS"/>
              </a:rPr>
              <a:t>task</a:t>
            </a:r>
            <a:r>
              <a:rPr sz="2350" spc="225" dirty="0">
                <a:latin typeface="Trebuchet MS"/>
                <a:cs typeface="Trebuchet MS"/>
              </a:rPr>
              <a:t> </a:t>
            </a:r>
            <a:r>
              <a:rPr sz="2350" spc="155" dirty="0">
                <a:latin typeface="Trebuchet MS"/>
                <a:cs typeface="Trebuchet MS"/>
              </a:rPr>
              <a:t>data)</a:t>
            </a:r>
            <a:r>
              <a:rPr sz="2350" spc="220" dirty="0">
                <a:latin typeface="Trebuchet MS"/>
                <a:cs typeface="Trebuchet MS"/>
              </a:rPr>
              <a:t> </a:t>
            </a:r>
            <a:r>
              <a:rPr sz="2350" spc="165" dirty="0">
                <a:latin typeface="Trebuchet MS"/>
                <a:cs typeface="Trebuchet MS"/>
              </a:rPr>
              <a:t>collected</a:t>
            </a:r>
            <a:r>
              <a:rPr sz="2350" spc="220" dirty="0">
                <a:latin typeface="Trebuchet MS"/>
                <a:cs typeface="Trebuchet MS"/>
              </a:rPr>
              <a:t> </a:t>
            </a:r>
            <a:r>
              <a:rPr sz="2350" spc="90" dirty="0">
                <a:latin typeface="Trebuchet MS"/>
                <a:cs typeface="Trebuchet MS"/>
              </a:rPr>
              <a:t>via</a:t>
            </a:r>
            <a:r>
              <a:rPr sz="2350" spc="225" dirty="0">
                <a:latin typeface="Trebuchet MS"/>
                <a:cs typeface="Trebuchet MS"/>
              </a:rPr>
              <a:t> </a:t>
            </a:r>
            <a:r>
              <a:rPr sz="2350" b="1" spc="105" dirty="0">
                <a:latin typeface="Trebuchet MS"/>
                <a:cs typeface="Trebuchet MS"/>
              </a:rPr>
              <a:t>IoT</a:t>
            </a:r>
            <a:r>
              <a:rPr sz="2350" b="1" spc="150" dirty="0">
                <a:latin typeface="Trebuchet MS"/>
                <a:cs typeface="Trebuchet MS"/>
              </a:rPr>
              <a:t> </a:t>
            </a:r>
            <a:r>
              <a:rPr sz="2350" b="1" spc="160" dirty="0">
                <a:latin typeface="Trebuchet MS"/>
                <a:cs typeface="Trebuchet MS"/>
              </a:rPr>
              <a:t>sensors</a:t>
            </a:r>
            <a:r>
              <a:rPr sz="2350" spc="160" dirty="0">
                <a:latin typeface="Trebuchet MS"/>
                <a:cs typeface="Trebuchet MS"/>
              </a:rPr>
              <a:t>.</a:t>
            </a:r>
            <a:endParaRPr sz="2350">
              <a:latin typeface="Trebuchet MS"/>
              <a:cs typeface="Trebuchet MS"/>
            </a:endParaRPr>
          </a:p>
          <a:p>
            <a:pPr marL="137795" indent="-136525">
              <a:lnSpc>
                <a:spcPct val="100000"/>
              </a:lnSpc>
              <a:spcBef>
                <a:spcPts val="330"/>
              </a:spcBef>
              <a:buSzPct val="78723"/>
              <a:buFont typeface="Trebuchet MS"/>
              <a:buChar char="•"/>
              <a:tabLst>
                <a:tab pos="137795" algn="l"/>
              </a:tabLst>
            </a:pPr>
            <a:r>
              <a:rPr sz="2350" b="1" spc="210" dirty="0">
                <a:latin typeface="Trebuchet MS"/>
                <a:cs typeface="Trebuchet MS"/>
              </a:rPr>
              <a:t>Workload</a:t>
            </a:r>
            <a:r>
              <a:rPr sz="2350" b="1" spc="145" dirty="0">
                <a:latin typeface="Trebuchet MS"/>
                <a:cs typeface="Trebuchet MS"/>
              </a:rPr>
              <a:t> </a:t>
            </a:r>
            <a:r>
              <a:rPr sz="2350" b="1" spc="215" dirty="0">
                <a:latin typeface="Trebuchet MS"/>
                <a:cs typeface="Trebuchet MS"/>
              </a:rPr>
              <a:t>data</a:t>
            </a:r>
            <a:r>
              <a:rPr sz="2350" b="1" spc="220" dirty="0">
                <a:latin typeface="Trebuchet MS"/>
                <a:cs typeface="Trebuchet MS"/>
              </a:rPr>
              <a:t> </a:t>
            </a:r>
            <a:r>
              <a:rPr sz="2350" spc="180" dirty="0">
                <a:latin typeface="Trebuchet MS"/>
                <a:cs typeface="Trebuchet MS"/>
              </a:rPr>
              <a:t>obtained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spc="140" dirty="0">
                <a:latin typeface="Trebuchet MS"/>
                <a:cs typeface="Trebuchet MS"/>
              </a:rPr>
              <a:t>from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b="1" spc="204" dirty="0">
                <a:latin typeface="Trebuchet MS"/>
                <a:cs typeface="Trebuchet MS"/>
              </a:rPr>
              <a:t>employee</a:t>
            </a:r>
            <a:r>
              <a:rPr sz="2350" b="1" spc="150" dirty="0">
                <a:latin typeface="Trebuchet MS"/>
                <a:cs typeface="Trebuchet MS"/>
              </a:rPr>
              <a:t> </a:t>
            </a:r>
            <a:r>
              <a:rPr sz="2350" b="1" spc="185" dirty="0">
                <a:latin typeface="Trebuchet MS"/>
                <a:cs typeface="Trebuchet MS"/>
              </a:rPr>
              <a:t>activity</a:t>
            </a:r>
            <a:r>
              <a:rPr sz="2350" b="1" spc="150" dirty="0">
                <a:latin typeface="Trebuchet MS"/>
                <a:cs typeface="Trebuchet MS"/>
              </a:rPr>
              <a:t> </a:t>
            </a:r>
            <a:r>
              <a:rPr sz="2350" b="1" spc="204" dirty="0">
                <a:latin typeface="Trebuchet MS"/>
                <a:cs typeface="Trebuchet MS"/>
              </a:rPr>
              <a:t>logs</a:t>
            </a:r>
            <a:r>
              <a:rPr sz="2350" b="1" spc="215" dirty="0">
                <a:latin typeface="Trebuchet MS"/>
                <a:cs typeface="Trebuchet MS"/>
              </a:rPr>
              <a:t> </a:t>
            </a:r>
            <a:r>
              <a:rPr sz="2350" spc="180" dirty="0">
                <a:latin typeface="Trebuchet MS"/>
                <a:cs typeface="Trebuchet MS"/>
              </a:rPr>
              <a:t>and</a:t>
            </a:r>
            <a:r>
              <a:rPr sz="2350" spc="215" dirty="0">
                <a:latin typeface="Trebuchet MS"/>
                <a:cs typeface="Trebuchet MS"/>
              </a:rPr>
              <a:t> </a:t>
            </a:r>
            <a:r>
              <a:rPr sz="2350" b="1" spc="215" dirty="0">
                <a:latin typeface="Trebuchet MS"/>
                <a:cs typeface="Trebuchet MS"/>
              </a:rPr>
              <a:t>task</a:t>
            </a:r>
            <a:r>
              <a:rPr sz="2350" b="1" spc="150" dirty="0">
                <a:latin typeface="Trebuchet MS"/>
                <a:cs typeface="Trebuchet MS"/>
              </a:rPr>
              <a:t> </a:t>
            </a:r>
            <a:r>
              <a:rPr sz="2350" b="1" spc="225" dirty="0">
                <a:latin typeface="Trebuchet MS"/>
                <a:cs typeface="Trebuchet MS"/>
              </a:rPr>
              <a:t>management</a:t>
            </a:r>
            <a:r>
              <a:rPr sz="2350" b="1" spc="150" dirty="0">
                <a:latin typeface="Trebuchet MS"/>
                <a:cs typeface="Trebuchet MS"/>
              </a:rPr>
              <a:t> </a:t>
            </a:r>
            <a:r>
              <a:rPr sz="2350" b="1" spc="125" dirty="0">
                <a:latin typeface="Trebuchet MS"/>
                <a:cs typeface="Trebuchet MS"/>
              </a:rPr>
              <a:t>software</a:t>
            </a:r>
            <a:r>
              <a:rPr sz="2350" spc="125" dirty="0">
                <a:latin typeface="Trebuchet MS"/>
                <a:cs typeface="Trebuchet MS"/>
              </a:rPr>
              <a:t>.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35952" y="9788531"/>
            <a:ext cx="2009139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310" dirty="0">
                <a:latin typeface="Verdana"/>
                <a:cs typeface="Verdana"/>
              </a:rPr>
              <a:t>IT22315700</a:t>
            </a:r>
            <a:r>
              <a:rPr sz="2700" spc="8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14944" y="9788531"/>
            <a:ext cx="241427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45" dirty="0">
                <a:latin typeface="Verdana"/>
                <a:cs typeface="Verdana"/>
              </a:rPr>
              <a:t>Shaethayine.R</a:t>
            </a:r>
            <a:r>
              <a:rPr sz="2700" spc="9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|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98899" y="9788531"/>
            <a:ext cx="207391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29" dirty="0">
                <a:latin typeface="Verdana"/>
                <a:cs typeface="Verdana"/>
              </a:rPr>
              <a:t>25</a:t>
            </a:r>
            <a:r>
              <a:rPr sz="2700" spc="-4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50" dirty="0">
                <a:latin typeface="Verdana"/>
                <a:cs typeface="Verdana"/>
              </a:rPr>
              <a:t>26j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30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034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900" dirty="0"/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081" y="65836"/>
            <a:ext cx="18134965" cy="10221595"/>
            <a:chOff x="153081" y="65836"/>
            <a:chExt cx="18134965" cy="10221595"/>
          </a:xfrm>
        </p:grpSpPr>
        <p:sp>
          <p:nvSpPr>
            <p:cNvPr id="3" name="object 3"/>
            <p:cNvSpPr/>
            <p:nvPr/>
          </p:nvSpPr>
          <p:spPr>
            <a:xfrm>
              <a:off x="153081" y="65836"/>
              <a:ext cx="18047335" cy="10221595"/>
            </a:xfrm>
            <a:custGeom>
              <a:avLst/>
              <a:gdLst/>
              <a:ahLst/>
              <a:cxnLst/>
              <a:rect l="l" t="t" r="r" b="b"/>
              <a:pathLst>
                <a:path w="18047335" h="10221595">
                  <a:moveTo>
                    <a:pt x="17587354" y="10221163"/>
                  </a:moveTo>
                  <a:lnTo>
                    <a:pt x="476249" y="10221163"/>
                  </a:lnTo>
                  <a:lnTo>
                    <a:pt x="427556" y="10218704"/>
                  </a:lnTo>
                  <a:lnTo>
                    <a:pt x="380269" y="10211487"/>
                  </a:lnTo>
                  <a:lnTo>
                    <a:pt x="334627" y="10199752"/>
                  </a:lnTo>
                  <a:lnTo>
                    <a:pt x="290872" y="10183737"/>
                  </a:lnTo>
                  <a:lnTo>
                    <a:pt x="249240" y="10163682"/>
                  </a:lnTo>
                  <a:lnTo>
                    <a:pt x="209974" y="10139827"/>
                  </a:lnTo>
                  <a:lnTo>
                    <a:pt x="173310" y="10112411"/>
                  </a:lnTo>
                  <a:lnTo>
                    <a:pt x="139490" y="10081673"/>
                  </a:lnTo>
                  <a:lnTo>
                    <a:pt x="108752" y="10047852"/>
                  </a:lnTo>
                  <a:lnTo>
                    <a:pt x="81336" y="10011189"/>
                  </a:lnTo>
                  <a:lnTo>
                    <a:pt x="57480" y="9971922"/>
                  </a:lnTo>
                  <a:lnTo>
                    <a:pt x="37426" y="9930291"/>
                  </a:lnTo>
                  <a:lnTo>
                    <a:pt x="21411" y="9886535"/>
                  </a:lnTo>
                  <a:lnTo>
                    <a:pt x="9675" y="9840894"/>
                  </a:lnTo>
                  <a:lnTo>
                    <a:pt x="2458" y="9793607"/>
                  </a:lnTo>
                  <a:lnTo>
                    <a:pt x="0" y="9744913"/>
                  </a:lnTo>
                  <a:lnTo>
                    <a:pt x="0" y="476249"/>
                  </a:lnTo>
                  <a:lnTo>
                    <a:pt x="2458" y="427556"/>
                  </a:lnTo>
                  <a:lnTo>
                    <a:pt x="9675" y="380269"/>
                  </a:lnTo>
                  <a:lnTo>
                    <a:pt x="21411" y="334627"/>
                  </a:lnTo>
                  <a:lnTo>
                    <a:pt x="37426" y="290872"/>
                  </a:lnTo>
                  <a:lnTo>
                    <a:pt x="57480" y="249240"/>
                  </a:lnTo>
                  <a:lnTo>
                    <a:pt x="81336" y="209974"/>
                  </a:lnTo>
                  <a:lnTo>
                    <a:pt x="108752" y="173310"/>
                  </a:lnTo>
                  <a:lnTo>
                    <a:pt x="139490" y="139490"/>
                  </a:lnTo>
                  <a:lnTo>
                    <a:pt x="173310" y="108752"/>
                  </a:lnTo>
                  <a:lnTo>
                    <a:pt x="209974" y="81336"/>
                  </a:lnTo>
                  <a:lnTo>
                    <a:pt x="249240" y="57480"/>
                  </a:lnTo>
                  <a:lnTo>
                    <a:pt x="290872" y="37426"/>
                  </a:lnTo>
                  <a:lnTo>
                    <a:pt x="334627" y="21411"/>
                  </a:lnTo>
                  <a:lnTo>
                    <a:pt x="380269" y="9675"/>
                  </a:lnTo>
                  <a:lnTo>
                    <a:pt x="427556" y="2458"/>
                  </a:lnTo>
                  <a:lnTo>
                    <a:pt x="476249" y="0"/>
                  </a:lnTo>
                  <a:lnTo>
                    <a:pt x="17587354" y="0"/>
                  </a:lnTo>
                  <a:lnTo>
                    <a:pt x="17636048" y="2458"/>
                  </a:lnTo>
                  <a:lnTo>
                    <a:pt x="17683335" y="9675"/>
                  </a:lnTo>
                  <a:lnTo>
                    <a:pt x="17728976" y="21411"/>
                  </a:lnTo>
                  <a:lnTo>
                    <a:pt x="17772732" y="37426"/>
                  </a:lnTo>
                  <a:lnTo>
                    <a:pt x="17814363" y="57480"/>
                  </a:lnTo>
                  <a:lnTo>
                    <a:pt x="17853630" y="81336"/>
                  </a:lnTo>
                  <a:lnTo>
                    <a:pt x="17890293" y="108752"/>
                  </a:lnTo>
                  <a:lnTo>
                    <a:pt x="17924114" y="139490"/>
                  </a:lnTo>
                  <a:lnTo>
                    <a:pt x="17954852" y="173310"/>
                  </a:lnTo>
                  <a:lnTo>
                    <a:pt x="17982268" y="209974"/>
                  </a:lnTo>
                  <a:lnTo>
                    <a:pt x="18006123" y="249240"/>
                  </a:lnTo>
                  <a:lnTo>
                    <a:pt x="18026178" y="290872"/>
                  </a:lnTo>
                  <a:lnTo>
                    <a:pt x="18042193" y="334627"/>
                  </a:lnTo>
                  <a:lnTo>
                    <a:pt x="18046741" y="352315"/>
                  </a:lnTo>
                  <a:lnTo>
                    <a:pt x="18046741" y="9868847"/>
                  </a:lnTo>
                  <a:lnTo>
                    <a:pt x="18026178" y="9930291"/>
                  </a:lnTo>
                  <a:lnTo>
                    <a:pt x="18006123" y="9971922"/>
                  </a:lnTo>
                  <a:lnTo>
                    <a:pt x="17982268" y="10011189"/>
                  </a:lnTo>
                  <a:lnTo>
                    <a:pt x="17954852" y="10047852"/>
                  </a:lnTo>
                  <a:lnTo>
                    <a:pt x="17924114" y="10081673"/>
                  </a:lnTo>
                  <a:lnTo>
                    <a:pt x="17890293" y="10112411"/>
                  </a:lnTo>
                  <a:lnTo>
                    <a:pt x="17853630" y="10139827"/>
                  </a:lnTo>
                  <a:lnTo>
                    <a:pt x="17814363" y="10163682"/>
                  </a:lnTo>
                  <a:lnTo>
                    <a:pt x="17772732" y="10183737"/>
                  </a:lnTo>
                  <a:lnTo>
                    <a:pt x="17728976" y="10199752"/>
                  </a:lnTo>
                  <a:lnTo>
                    <a:pt x="17683335" y="10211487"/>
                  </a:lnTo>
                  <a:lnTo>
                    <a:pt x="17636048" y="10218704"/>
                  </a:lnTo>
                  <a:lnTo>
                    <a:pt x="17587354" y="10221163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5818" y="3166255"/>
              <a:ext cx="13544549" cy="48482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5481" y="218236"/>
              <a:ext cx="17982565" cy="10069195"/>
            </a:xfrm>
            <a:custGeom>
              <a:avLst/>
              <a:gdLst/>
              <a:ahLst/>
              <a:cxnLst/>
              <a:rect l="l" t="t" r="r" b="b"/>
              <a:pathLst>
                <a:path w="17982565" h="10069195">
                  <a:moveTo>
                    <a:pt x="17935847" y="10068763"/>
                  </a:moveTo>
                  <a:lnTo>
                    <a:pt x="127757" y="10068763"/>
                  </a:lnTo>
                  <a:lnTo>
                    <a:pt x="108752" y="10047852"/>
                  </a:lnTo>
                  <a:lnTo>
                    <a:pt x="81336" y="10011189"/>
                  </a:lnTo>
                  <a:lnTo>
                    <a:pt x="57480" y="9971922"/>
                  </a:lnTo>
                  <a:lnTo>
                    <a:pt x="37426" y="9930291"/>
                  </a:lnTo>
                  <a:lnTo>
                    <a:pt x="21411" y="9886535"/>
                  </a:lnTo>
                  <a:lnTo>
                    <a:pt x="9675" y="9840894"/>
                  </a:lnTo>
                  <a:lnTo>
                    <a:pt x="2458" y="9793607"/>
                  </a:lnTo>
                  <a:lnTo>
                    <a:pt x="0" y="9744913"/>
                  </a:lnTo>
                  <a:lnTo>
                    <a:pt x="0" y="476249"/>
                  </a:lnTo>
                  <a:lnTo>
                    <a:pt x="2458" y="427556"/>
                  </a:lnTo>
                  <a:lnTo>
                    <a:pt x="9675" y="380269"/>
                  </a:lnTo>
                  <a:lnTo>
                    <a:pt x="21411" y="334627"/>
                  </a:lnTo>
                  <a:lnTo>
                    <a:pt x="37426" y="290872"/>
                  </a:lnTo>
                  <a:lnTo>
                    <a:pt x="57480" y="249240"/>
                  </a:lnTo>
                  <a:lnTo>
                    <a:pt x="81336" y="209974"/>
                  </a:lnTo>
                  <a:lnTo>
                    <a:pt x="108752" y="173310"/>
                  </a:lnTo>
                  <a:lnTo>
                    <a:pt x="139490" y="139490"/>
                  </a:lnTo>
                  <a:lnTo>
                    <a:pt x="173310" y="108752"/>
                  </a:lnTo>
                  <a:lnTo>
                    <a:pt x="209974" y="81336"/>
                  </a:lnTo>
                  <a:lnTo>
                    <a:pt x="249240" y="57480"/>
                  </a:lnTo>
                  <a:lnTo>
                    <a:pt x="290871" y="37426"/>
                  </a:lnTo>
                  <a:lnTo>
                    <a:pt x="334627" y="21411"/>
                  </a:lnTo>
                  <a:lnTo>
                    <a:pt x="380268" y="9675"/>
                  </a:lnTo>
                  <a:lnTo>
                    <a:pt x="427556" y="2458"/>
                  </a:lnTo>
                  <a:lnTo>
                    <a:pt x="476249" y="0"/>
                  </a:lnTo>
                  <a:lnTo>
                    <a:pt x="17587354" y="0"/>
                  </a:lnTo>
                  <a:lnTo>
                    <a:pt x="17636048" y="2458"/>
                  </a:lnTo>
                  <a:lnTo>
                    <a:pt x="17683335" y="9675"/>
                  </a:lnTo>
                  <a:lnTo>
                    <a:pt x="17728977" y="21411"/>
                  </a:lnTo>
                  <a:lnTo>
                    <a:pt x="17772732" y="37426"/>
                  </a:lnTo>
                  <a:lnTo>
                    <a:pt x="17814363" y="57480"/>
                  </a:lnTo>
                  <a:lnTo>
                    <a:pt x="17853630" y="81336"/>
                  </a:lnTo>
                  <a:lnTo>
                    <a:pt x="17890294" y="108752"/>
                  </a:lnTo>
                  <a:lnTo>
                    <a:pt x="17924114" y="139490"/>
                  </a:lnTo>
                  <a:lnTo>
                    <a:pt x="17954852" y="173310"/>
                  </a:lnTo>
                  <a:lnTo>
                    <a:pt x="17982517" y="210384"/>
                  </a:lnTo>
                  <a:lnTo>
                    <a:pt x="17982268" y="10011189"/>
                  </a:lnTo>
                  <a:lnTo>
                    <a:pt x="17954852" y="10047852"/>
                  </a:lnTo>
                  <a:lnTo>
                    <a:pt x="17935847" y="10068763"/>
                  </a:lnTo>
                  <a:close/>
                </a:path>
              </a:pathLst>
            </a:custGeom>
            <a:solidFill>
              <a:srgbClr val="AAD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711" y="557784"/>
              <a:ext cx="16611599" cy="108508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0998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10"/>
              </a:spcBef>
            </a:pPr>
            <a:r>
              <a:rPr spc="605" dirty="0"/>
              <a:t>MARKE</a:t>
            </a:r>
            <a:r>
              <a:rPr spc="-80" dirty="0"/>
              <a:t>T</a:t>
            </a:r>
            <a:r>
              <a:rPr spc="665" dirty="0"/>
              <a:t> </a:t>
            </a:r>
            <a:r>
              <a:rPr spc="355" dirty="0"/>
              <a:t>&amp;</a:t>
            </a:r>
            <a:r>
              <a:rPr spc="680" dirty="0"/>
              <a:t> </a:t>
            </a:r>
            <a:r>
              <a:rPr spc="-2360" dirty="0"/>
              <a:t>V</a:t>
            </a:r>
            <a:r>
              <a:rPr sz="11850" b="1" spc="-2775" baseline="15471" dirty="0">
                <a:solidFill>
                  <a:srgbClr val="1B2020"/>
                </a:solidFill>
                <a:latin typeface="Trebuchet MS"/>
                <a:cs typeface="Trebuchet MS"/>
              </a:rPr>
              <a:t>B</a:t>
            </a:r>
            <a:r>
              <a:rPr sz="7000" spc="-2900" dirty="0"/>
              <a:t>A</a:t>
            </a:r>
            <a:r>
              <a:rPr sz="11850" b="1" spc="-2670" baseline="15471" dirty="0">
                <a:solidFill>
                  <a:srgbClr val="1B2020"/>
                </a:solidFill>
                <a:latin typeface="Trebuchet MS"/>
                <a:cs typeface="Trebuchet MS"/>
              </a:rPr>
              <a:t>U</a:t>
            </a:r>
            <a:r>
              <a:rPr sz="7000" spc="-1970" dirty="0"/>
              <a:t>L</a:t>
            </a:r>
            <a:r>
              <a:rPr sz="11850" b="1" spc="-4275" baseline="15471" dirty="0">
                <a:solidFill>
                  <a:srgbClr val="1B2020"/>
                </a:solidFill>
                <a:latin typeface="Trebuchet MS"/>
                <a:cs typeface="Trebuchet MS"/>
              </a:rPr>
              <a:t>D</a:t>
            </a:r>
            <a:r>
              <a:rPr sz="7000" spc="-1880" dirty="0"/>
              <a:t>U</a:t>
            </a:r>
            <a:r>
              <a:rPr sz="11850" b="1" spc="-4657" baseline="15471" dirty="0">
                <a:solidFill>
                  <a:srgbClr val="1B2020"/>
                </a:solidFill>
                <a:latin typeface="Trebuchet MS"/>
                <a:cs typeface="Trebuchet MS"/>
              </a:rPr>
              <a:t>G</a:t>
            </a:r>
            <a:r>
              <a:rPr sz="7000" spc="-585" dirty="0"/>
              <a:t>E</a:t>
            </a:r>
            <a:r>
              <a:rPr sz="11850" b="1" spc="-1072" baseline="15471" dirty="0">
                <a:solidFill>
                  <a:srgbClr val="1B2020"/>
                </a:solidFill>
                <a:latin typeface="Trebuchet MS"/>
                <a:cs typeface="Trebuchet MS"/>
              </a:rPr>
              <a:t>E</a:t>
            </a:r>
            <a:r>
              <a:rPr sz="7000" spc="-3625" dirty="0"/>
              <a:t>P</a:t>
            </a:r>
            <a:r>
              <a:rPr sz="11850" b="1" spc="-247" baseline="15471" dirty="0">
                <a:solidFill>
                  <a:srgbClr val="1B2020"/>
                </a:solidFill>
                <a:latin typeface="Trebuchet MS"/>
                <a:cs typeface="Trebuchet MS"/>
              </a:rPr>
              <a:t>T</a:t>
            </a:r>
            <a:r>
              <a:rPr sz="7000" dirty="0"/>
              <a:t>R</a:t>
            </a:r>
            <a:r>
              <a:rPr sz="7000" spc="-1760" dirty="0"/>
              <a:t> </a:t>
            </a:r>
            <a:r>
              <a:rPr sz="7000" spc="455" dirty="0"/>
              <a:t>OPOSITIO</a:t>
            </a:r>
            <a:r>
              <a:rPr sz="7000" spc="-229" dirty="0"/>
              <a:t>N</a:t>
            </a:r>
            <a:endParaRPr sz="7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9597" y="2741890"/>
            <a:ext cx="16626840" cy="6808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31800">
              <a:lnSpc>
                <a:spcPct val="100200"/>
              </a:lnSpc>
              <a:spcBef>
                <a:spcPts val="105"/>
              </a:spcBef>
            </a:pPr>
            <a:r>
              <a:rPr sz="5550" spc="-459" dirty="0">
                <a:latin typeface="Verdana"/>
                <a:cs typeface="Verdana"/>
              </a:rPr>
              <a:t>Target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525" dirty="0">
                <a:latin typeface="Verdana"/>
                <a:cs typeface="Verdana"/>
              </a:rPr>
              <a:t>Market: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855" dirty="0">
                <a:latin typeface="Verdana"/>
                <a:cs typeface="Verdana"/>
              </a:rPr>
              <a:t>.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290" dirty="0">
                <a:latin typeface="Verdana"/>
                <a:cs typeface="Verdana"/>
              </a:rPr>
              <a:t>Facility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480" dirty="0">
                <a:latin typeface="Verdana"/>
                <a:cs typeface="Verdana"/>
              </a:rPr>
              <a:t>management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455" dirty="0">
                <a:latin typeface="Verdana"/>
                <a:cs typeface="Verdana"/>
              </a:rPr>
              <a:t>companies,Real </a:t>
            </a:r>
            <a:r>
              <a:rPr sz="5550" spc="-345" dirty="0">
                <a:latin typeface="Verdana"/>
                <a:cs typeface="Verdana"/>
              </a:rPr>
              <a:t>estate</a:t>
            </a:r>
            <a:r>
              <a:rPr sz="5550" spc="-869" dirty="0">
                <a:latin typeface="Verdana"/>
                <a:cs typeface="Verdana"/>
              </a:rPr>
              <a:t> </a:t>
            </a:r>
            <a:r>
              <a:rPr sz="5550" spc="-409" dirty="0">
                <a:latin typeface="Verdana"/>
                <a:cs typeface="Verdana"/>
              </a:rPr>
              <a:t>developers</a:t>
            </a:r>
            <a:endParaRPr sz="5550">
              <a:latin typeface="Verdana"/>
              <a:cs typeface="Verdana"/>
            </a:endParaRPr>
          </a:p>
          <a:p>
            <a:pPr marL="12700" marR="1616075">
              <a:lnSpc>
                <a:spcPct val="100200"/>
              </a:lnSpc>
            </a:pPr>
            <a:r>
              <a:rPr sz="5550" spc="-470" dirty="0">
                <a:latin typeface="Verdana"/>
                <a:cs typeface="Verdana"/>
              </a:rPr>
              <a:t>Customer</a:t>
            </a:r>
            <a:r>
              <a:rPr sz="5550" spc="-885" dirty="0">
                <a:latin typeface="Verdana"/>
                <a:cs typeface="Verdana"/>
              </a:rPr>
              <a:t> </a:t>
            </a:r>
            <a:r>
              <a:rPr sz="5550" spc="-360" dirty="0">
                <a:latin typeface="Verdana"/>
                <a:cs typeface="Verdana"/>
              </a:rPr>
              <a:t>Profile: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730" dirty="0">
                <a:latin typeface="Verdana"/>
                <a:cs typeface="Verdana"/>
              </a:rPr>
              <a:t>·</a:t>
            </a:r>
            <a:r>
              <a:rPr sz="5550" spc="-885" dirty="0">
                <a:latin typeface="Verdana"/>
                <a:cs typeface="Verdana"/>
              </a:rPr>
              <a:t> </a:t>
            </a:r>
            <a:r>
              <a:rPr sz="5550" spc="-280" dirty="0">
                <a:latin typeface="Verdana"/>
                <a:cs typeface="Verdana"/>
              </a:rPr>
              <a:t>Mid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215" dirty="0">
                <a:latin typeface="Verdana"/>
                <a:cs typeface="Verdana"/>
              </a:rPr>
              <a:t>to</a:t>
            </a:r>
            <a:r>
              <a:rPr sz="5550" spc="-885" dirty="0">
                <a:latin typeface="Verdana"/>
                <a:cs typeface="Verdana"/>
              </a:rPr>
              <a:t> </a:t>
            </a:r>
            <a:r>
              <a:rPr sz="5550" spc="-305" dirty="0">
                <a:latin typeface="Verdana"/>
                <a:cs typeface="Verdana"/>
              </a:rPr>
              <a:t>large-</a:t>
            </a:r>
            <a:r>
              <a:rPr sz="5550" spc="-340" dirty="0">
                <a:latin typeface="Verdana"/>
                <a:cs typeface="Verdana"/>
              </a:rPr>
              <a:t>sized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409" dirty="0">
                <a:latin typeface="Verdana"/>
                <a:cs typeface="Verdana"/>
              </a:rPr>
              <a:t>businesses </a:t>
            </a:r>
            <a:r>
              <a:rPr sz="5550" spc="-505" dirty="0">
                <a:latin typeface="Verdana"/>
                <a:cs typeface="Verdana"/>
              </a:rPr>
              <a:t>Value</a:t>
            </a:r>
            <a:r>
              <a:rPr sz="5550" spc="-875" dirty="0">
                <a:latin typeface="Verdana"/>
                <a:cs typeface="Verdana"/>
              </a:rPr>
              <a:t> </a:t>
            </a:r>
            <a:r>
              <a:rPr sz="5550" spc="-400" dirty="0">
                <a:latin typeface="Verdana"/>
                <a:cs typeface="Verdana"/>
              </a:rPr>
              <a:t>Proposition:Energy</a:t>
            </a:r>
            <a:r>
              <a:rPr sz="5550" spc="-869" dirty="0">
                <a:latin typeface="Verdana"/>
                <a:cs typeface="Verdana"/>
              </a:rPr>
              <a:t> </a:t>
            </a:r>
            <a:r>
              <a:rPr sz="5550" spc="-400" dirty="0">
                <a:latin typeface="Verdana"/>
                <a:cs typeface="Verdana"/>
              </a:rPr>
              <a:t>Efficiency:</a:t>
            </a:r>
            <a:r>
              <a:rPr sz="5550" spc="-875" dirty="0">
                <a:latin typeface="Verdana"/>
                <a:cs typeface="Verdana"/>
              </a:rPr>
              <a:t> </a:t>
            </a:r>
            <a:r>
              <a:rPr sz="5550" spc="-505" dirty="0">
                <a:latin typeface="Verdana"/>
                <a:cs typeface="Verdana"/>
              </a:rPr>
              <a:t>The</a:t>
            </a:r>
            <a:r>
              <a:rPr sz="5550" spc="-869" dirty="0">
                <a:latin typeface="Verdana"/>
                <a:cs typeface="Verdana"/>
              </a:rPr>
              <a:t> </a:t>
            </a:r>
            <a:r>
              <a:rPr sz="5550" spc="-480" dirty="0">
                <a:latin typeface="Verdana"/>
                <a:cs typeface="Verdana"/>
              </a:rPr>
              <a:t>system </a:t>
            </a:r>
            <a:r>
              <a:rPr sz="5550" spc="-305" dirty="0">
                <a:latin typeface="Verdana"/>
                <a:cs typeface="Verdana"/>
              </a:rPr>
              <a:t>optimizes</a:t>
            </a:r>
            <a:r>
              <a:rPr sz="5550" spc="-894" dirty="0">
                <a:latin typeface="Verdana"/>
                <a:cs typeface="Verdana"/>
              </a:rPr>
              <a:t> </a:t>
            </a:r>
            <a:r>
              <a:rPr sz="5550" spc="-440" dirty="0">
                <a:latin typeface="Verdana"/>
                <a:cs typeface="Verdana"/>
              </a:rPr>
              <a:t>energy</a:t>
            </a:r>
            <a:r>
              <a:rPr sz="5550" spc="-890" dirty="0">
                <a:latin typeface="Verdana"/>
                <a:cs typeface="Verdana"/>
              </a:rPr>
              <a:t> </a:t>
            </a:r>
            <a:r>
              <a:rPr sz="5550" spc="-480" dirty="0">
                <a:latin typeface="Verdana"/>
                <a:cs typeface="Verdana"/>
              </a:rPr>
              <a:t>usage</a:t>
            </a:r>
            <a:r>
              <a:rPr sz="5550" spc="-890" dirty="0">
                <a:latin typeface="Verdana"/>
                <a:cs typeface="Verdana"/>
              </a:rPr>
              <a:t> </a:t>
            </a:r>
            <a:r>
              <a:rPr sz="5550" spc="-790" dirty="0">
                <a:latin typeface="Verdana"/>
                <a:cs typeface="Verdana"/>
              </a:rPr>
              <a:t>,</a:t>
            </a:r>
            <a:r>
              <a:rPr sz="5550" spc="-890" dirty="0">
                <a:latin typeface="Verdana"/>
                <a:cs typeface="Verdana"/>
              </a:rPr>
              <a:t> </a:t>
            </a:r>
            <a:r>
              <a:rPr sz="5550" spc="-365" dirty="0">
                <a:latin typeface="Verdana"/>
                <a:cs typeface="Verdana"/>
              </a:rPr>
              <a:t>Automation</a:t>
            </a:r>
            <a:r>
              <a:rPr sz="5550" spc="-890" dirty="0">
                <a:latin typeface="Verdana"/>
                <a:cs typeface="Verdana"/>
              </a:rPr>
              <a:t> </a:t>
            </a:r>
            <a:r>
              <a:rPr sz="5550" spc="-459" dirty="0">
                <a:latin typeface="Verdana"/>
                <a:cs typeface="Verdana"/>
              </a:rPr>
              <a:t>and</a:t>
            </a:r>
            <a:r>
              <a:rPr sz="5550" spc="-890" dirty="0">
                <a:latin typeface="Verdana"/>
                <a:cs typeface="Verdana"/>
              </a:rPr>
              <a:t> </a:t>
            </a:r>
            <a:r>
              <a:rPr sz="5550" spc="-355" dirty="0">
                <a:latin typeface="Verdana"/>
                <a:cs typeface="Verdana"/>
              </a:rPr>
              <a:t>Control</a:t>
            </a:r>
            <a:endParaRPr sz="5550">
              <a:latin typeface="Verdana"/>
              <a:cs typeface="Verdana"/>
            </a:endParaRPr>
          </a:p>
          <a:p>
            <a:pPr marL="12700" marR="5080">
              <a:lnSpc>
                <a:spcPct val="100200"/>
              </a:lnSpc>
              <a:spcBef>
                <a:spcPts val="5"/>
              </a:spcBef>
            </a:pPr>
            <a:r>
              <a:rPr sz="5550" spc="-315" dirty="0">
                <a:latin typeface="Verdana"/>
                <a:cs typeface="Verdana"/>
              </a:rPr>
              <a:t>Intellectual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340" dirty="0">
                <a:latin typeface="Verdana"/>
                <a:cs typeface="Verdana"/>
              </a:rPr>
              <a:t>Property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459" dirty="0">
                <a:latin typeface="Verdana"/>
                <a:cs typeface="Verdana"/>
              </a:rPr>
              <a:t>Rights: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380" dirty="0">
                <a:latin typeface="Verdana"/>
                <a:cs typeface="Verdana"/>
              </a:rPr>
              <a:t>Copyrights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480" dirty="0">
                <a:latin typeface="Verdana"/>
                <a:cs typeface="Verdana"/>
              </a:rPr>
              <a:t>can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395" dirty="0">
                <a:latin typeface="Verdana"/>
                <a:cs typeface="Verdana"/>
              </a:rPr>
              <a:t>be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310" dirty="0">
                <a:latin typeface="Verdana"/>
                <a:cs typeface="Verdana"/>
              </a:rPr>
              <a:t>applied </a:t>
            </a:r>
            <a:r>
              <a:rPr sz="5550" spc="-215" dirty="0">
                <a:latin typeface="Verdana"/>
                <a:cs typeface="Verdana"/>
              </a:rPr>
              <a:t>to</a:t>
            </a:r>
            <a:r>
              <a:rPr sz="5550" spc="-885" dirty="0">
                <a:latin typeface="Verdana"/>
                <a:cs typeface="Verdana"/>
              </a:rPr>
              <a:t> </a:t>
            </a:r>
            <a:r>
              <a:rPr sz="5550" spc="-275" dirty="0">
                <a:latin typeface="Verdana"/>
                <a:cs typeface="Verdana"/>
              </a:rPr>
              <a:t>the</a:t>
            </a:r>
            <a:r>
              <a:rPr sz="5550" spc="-885" dirty="0">
                <a:latin typeface="Verdana"/>
                <a:cs typeface="Verdana"/>
              </a:rPr>
              <a:t> </a:t>
            </a:r>
            <a:r>
              <a:rPr sz="5550" spc="-350" dirty="0">
                <a:latin typeface="Verdana"/>
                <a:cs typeface="Verdana"/>
              </a:rPr>
              <a:t>software</a:t>
            </a:r>
            <a:r>
              <a:rPr sz="5550" spc="-885" dirty="0">
                <a:latin typeface="Verdana"/>
                <a:cs typeface="Verdana"/>
              </a:rPr>
              <a:t> </a:t>
            </a:r>
            <a:r>
              <a:rPr sz="5550" spc="-415" dirty="0">
                <a:latin typeface="Verdana"/>
                <a:cs typeface="Verdana"/>
              </a:rPr>
              <a:t>code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260" dirty="0">
                <a:latin typeface="Verdana"/>
                <a:cs typeface="Verdana"/>
              </a:rPr>
              <a:t>for</a:t>
            </a:r>
            <a:r>
              <a:rPr sz="5550" spc="-885" dirty="0">
                <a:latin typeface="Verdana"/>
                <a:cs typeface="Verdana"/>
              </a:rPr>
              <a:t> </a:t>
            </a:r>
            <a:r>
              <a:rPr sz="5550" spc="-275" dirty="0">
                <a:latin typeface="Verdana"/>
                <a:cs typeface="Verdana"/>
              </a:rPr>
              <a:t>the</a:t>
            </a:r>
            <a:r>
              <a:rPr sz="5550" spc="-885" dirty="0">
                <a:latin typeface="Verdana"/>
                <a:cs typeface="Verdana"/>
              </a:rPr>
              <a:t> </a:t>
            </a:r>
            <a:r>
              <a:rPr sz="5550" spc="-690" dirty="0">
                <a:latin typeface="Verdana"/>
                <a:cs typeface="Verdana"/>
              </a:rPr>
              <a:t>AI</a:t>
            </a:r>
            <a:r>
              <a:rPr sz="5550" spc="-885" dirty="0">
                <a:latin typeface="Verdana"/>
                <a:cs typeface="Verdana"/>
              </a:rPr>
              <a:t> </a:t>
            </a:r>
            <a:r>
              <a:rPr sz="5550" spc="-405" dirty="0">
                <a:latin typeface="Verdana"/>
                <a:cs typeface="Verdana"/>
              </a:rPr>
              <a:t>models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790" dirty="0">
                <a:latin typeface="Verdana"/>
                <a:cs typeface="Verdana"/>
              </a:rPr>
              <a:t>,</a:t>
            </a:r>
            <a:r>
              <a:rPr sz="5550" spc="-885" dirty="0">
                <a:latin typeface="Verdana"/>
                <a:cs typeface="Verdana"/>
              </a:rPr>
              <a:t> </a:t>
            </a:r>
            <a:r>
              <a:rPr sz="5550" spc="-505" dirty="0">
                <a:latin typeface="Verdana"/>
                <a:cs typeface="Verdana"/>
              </a:rPr>
              <a:t>The</a:t>
            </a:r>
            <a:r>
              <a:rPr sz="5550" spc="-885" dirty="0">
                <a:latin typeface="Verdana"/>
                <a:cs typeface="Verdana"/>
              </a:rPr>
              <a:t> </a:t>
            </a:r>
            <a:r>
              <a:rPr sz="5550" spc="-480" dirty="0">
                <a:latin typeface="Verdana"/>
                <a:cs typeface="Verdana"/>
              </a:rPr>
              <a:t>system </a:t>
            </a:r>
            <a:r>
              <a:rPr sz="5550" spc="-345" dirty="0">
                <a:latin typeface="Verdana"/>
                <a:cs typeface="Verdana"/>
              </a:rPr>
              <a:t>could</a:t>
            </a:r>
            <a:r>
              <a:rPr sz="5550" spc="-885" dirty="0">
                <a:latin typeface="Verdana"/>
                <a:cs typeface="Verdana"/>
              </a:rPr>
              <a:t> </a:t>
            </a:r>
            <a:r>
              <a:rPr sz="5550" spc="-395" dirty="0">
                <a:latin typeface="Verdana"/>
                <a:cs typeface="Verdana"/>
              </a:rPr>
              <a:t>be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315" dirty="0">
                <a:latin typeface="Verdana"/>
                <a:cs typeface="Verdana"/>
              </a:rPr>
              <a:t>licensed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215" dirty="0">
                <a:latin typeface="Verdana"/>
                <a:cs typeface="Verdana"/>
              </a:rPr>
              <a:t>to</a:t>
            </a:r>
            <a:r>
              <a:rPr sz="5550" spc="-885" dirty="0">
                <a:latin typeface="Verdana"/>
                <a:cs typeface="Verdana"/>
              </a:rPr>
              <a:t> </a:t>
            </a:r>
            <a:r>
              <a:rPr sz="5550" spc="-280" dirty="0">
                <a:latin typeface="Verdana"/>
                <a:cs typeface="Verdana"/>
              </a:rPr>
              <a:t>other</a:t>
            </a:r>
            <a:r>
              <a:rPr sz="5550" spc="-880" dirty="0">
                <a:latin typeface="Verdana"/>
                <a:cs typeface="Verdana"/>
              </a:rPr>
              <a:t> </a:t>
            </a:r>
            <a:r>
              <a:rPr sz="5550" spc="-425" dirty="0">
                <a:latin typeface="Verdana"/>
                <a:cs typeface="Verdana"/>
              </a:rPr>
              <a:t>companies</a:t>
            </a:r>
            <a:endParaRPr sz="555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9559952"/>
            <a:ext cx="3771899" cy="72704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745321" y="9743394"/>
            <a:ext cx="410209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80" dirty="0">
                <a:latin typeface="Verdana"/>
                <a:cs typeface="Verdana"/>
              </a:rPr>
              <a:t>22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4083" y="3693781"/>
            <a:ext cx="4220210" cy="1858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0" b="1" spc="935" dirty="0">
                <a:solidFill>
                  <a:srgbClr val="1B2020"/>
                </a:solidFill>
                <a:latin typeface="Trebuchet MS"/>
                <a:cs typeface="Trebuchet MS"/>
              </a:rPr>
              <a:t>Q</a:t>
            </a:r>
            <a:r>
              <a:rPr sz="12000" b="1" spc="-107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12000" b="1" spc="1100" dirty="0">
                <a:solidFill>
                  <a:srgbClr val="1B2020"/>
                </a:solidFill>
                <a:latin typeface="Trebuchet MS"/>
                <a:cs typeface="Trebuchet MS"/>
              </a:rPr>
              <a:t>&amp;</a:t>
            </a:r>
            <a:r>
              <a:rPr sz="12000" b="1" spc="-1070" dirty="0">
                <a:solidFill>
                  <a:srgbClr val="1B2020"/>
                </a:solidFill>
                <a:latin typeface="Trebuchet MS"/>
                <a:cs typeface="Trebuchet MS"/>
              </a:rPr>
              <a:t> </a:t>
            </a:r>
            <a:r>
              <a:rPr sz="12000" b="1" spc="1165" dirty="0">
                <a:solidFill>
                  <a:srgbClr val="1B2020"/>
                </a:solidFill>
                <a:latin typeface="Trebuchet MS"/>
                <a:cs typeface="Trebuchet MS"/>
              </a:rPr>
              <a:t>A</a:t>
            </a:r>
            <a:endParaRPr sz="12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1537"/>
            <a:ext cx="3771899" cy="7343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745321" y="9743394"/>
            <a:ext cx="427355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5" dirty="0">
                <a:latin typeface="Verdana"/>
                <a:cs typeface="Verdana"/>
              </a:rPr>
              <a:t>24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9/9/2025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1453</Words>
  <Application>Microsoft Office PowerPoint</Application>
  <PresentationFormat>Custom</PresentationFormat>
  <Paragraphs>206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Lucida Sans Unicode</vt:lpstr>
      <vt:lpstr>Tahoma</vt:lpstr>
      <vt:lpstr>Trebuchet MS</vt:lpstr>
      <vt:lpstr>Verdana</vt:lpstr>
      <vt:lpstr>Office Theme</vt:lpstr>
      <vt:lpstr>AI -ENABLED SMART OFFICE</vt:lpstr>
      <vt:lpstr>Introduction</vt:lpstr>
      <vt:lpstr>RESEARCH PROBLEM</vt:lpstr>
      <vt:lpstr>It’s Impact</vt:lpstr>
      <vt:lpstr>Who Will Be Benefited by the Solution</vt:lpstr>
      <vt:lpstr>Design Excellence of the Overall Solution</vt:lpstr>
      <vt:lpstr>THE AI-BASED SMART LIVE EMPLOYEE STRESS MANAGEMENT SYSTEM,SCHEDULING &amp; MONITORING SYSTEM</vt:lpstr>
      <vt:lpstr>knowledge gap &amp; solutions</vt:lpstr>
      <vt:lpstr>APPLICATIONS</vt:lpstr>
      <vt:lpstr>METHOLOGY</vt:lpstr>
      <vt:lpstr>IMPLEMENTATION</vt:lpstr>
      <vt:lpstr>AI-DRIVEN WORKLOAD ANALYSIS AND DYNAMIC NETWORK BANDWIDTH ALLOCATION SYSTEM RESOURCE ALLOCATION</vt:lpstr>
      <vt:lpstr>How the Solution Will Address the Sub-</vt:lpstr>
      <vt:lpstr>User Requirements Addressed by the</vt:lpstr>
      <vt:lpstr>DESIGN EXCELLENCE</vt:lpstr>
      <vt:lpstr>EVALUATE/PROVE THE SUCCESS</vt:lpstr>
      <vt:lpstr>MARKET &amp; VBAULDUGEEPTR OPOSITION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Minimalist Project Presentation</dc:title>
  <dc:creator>Hirushi Madagammana</dc:creator>
  <cp:keywords>DAGyYmVzOTg,BAGGhPhpvyk,0</cp:keywords>
  <cp:lastModifiedBy>Sheathayine Ravindran</cp:lastModifiedBy>
  <cp:revision>1</cp:revision>
  <dcterms:created xsi:type="dcterms:W3CDTF">2026-05-06T15:37:15Z</dcterms:created>
  <dcterms:modified xsi:type="dcterms:W3CDTF">2026-05-06T15:39:17Z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2026-04-26T00:00:00Z</vt:filetime>
  </property>
  <property fmtid="{D5CDD505-2E9C-101B-9397-08002B2CF9AE}" pid="3" name="Creator">
    <vt:lpwstr>Canva</vt:lpwstr>
  </property>
  <property fmtid="{D5CDD505-2E9C-101B-9397-08002B2CF9AE}" pid="4" name="LastSaved">
    <vt:filetime>2026-05-06T00:00:00Z</vt:filetime>
  </property>
  <property fmtid="{D5CDD505-2E9C-101B-9397-08002B2CF9AE}" pid="5" name="Producer">
    <vt:lpwstr>Canva</vt:lpwstr>
  </property>
</Properties>
</file>