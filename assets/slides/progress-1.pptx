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5029200" cy="2578608"/>
          </a:xfrm>
          <a:prstGeom prst="rtTriangl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6459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01168"/>
            <a:ext cx="73152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Smart Office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Cloud-Based Energy Optimization &amp; Dynamic Bandwidth Allocation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2926080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Progress Presentation 1  (PP1)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822960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44368"/>
            <a:ext cx="416052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944368"/>
            <a:ext cx="73152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IT22315700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Shaethayine 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844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7"/>
                </a:solidFill>
              </a:rPr>
              <a:t>IoT Energy Opt. &amp; Dynamic Bandwidth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944368"/>
            <a:ext cx="416052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2944368"/>
            <a:ext cx="73152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999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IT22564672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M.A.H.S. Thathsarani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5844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7"/>
                </a:solidFill>
              </a:rPr>
              <a:t>Face-Based Stress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5A7"/>
                </a:solidFill>
              </a:rPr>
              <a:t>SLIIT Faculty of Computing  |  Project ID: 25-26J-034  |  PP1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5A7"/>
                </a:solidFill>
              </a:rPr>
              <a:t>Order of slides for PP1  |  50% completion target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280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Introduction &amp; Research 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992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Main Objective &amp; Sub-Objectives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66160"/>
            <a:ext cx="73152" cy="10058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992" y="3657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Overall System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18872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88720"/>
            <a:ext cx="73152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13832" y="1280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Individual Components (per member)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37744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37744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13832" y="24688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Implementation Progress &amp; Results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566160"/>
            <a:ext cx="4160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56616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13832" y="36576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Dashboard, Next Steps &amp; Q&amp;A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5039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PP1 Focus — Show 50% progress: model execution, prototype outputs, dashboard views &amp; remaining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Why this smart office system is needed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8346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72768"/>
            <a:ext cx="26151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Modern offices depend on stable connectivity, employee productivity and efficient energy usage.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834640" cy="13716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Issue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8346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572768"/>
            <a:ext cx="26151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Static bandwidth and manual energy control cannot respond to real-time workload changes.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8346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8346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572768"/>
            <a:ext cx="26151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 AI + IoT system predicts workload, detects stress, allocates bandwidth and optimizes energy.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20574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IoT Sensors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2697480"/>
            <a:ext cx="164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5A7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96312" y="2697480"/>
            <a:ext cx="20574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/ ML Models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3712" y="2697480"/>
            <a:ext cx="164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5A7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18304" y="2697480"/>
            <a:ext cx="2057400" cy="5943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75704" y="2697480"/>
            <a:ext cx="164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5A7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40296" y="2697480"/>
            <a:ext cx="20574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Decisions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342900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Energy optimization reduces unnecessary office power usage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Dynamic bandwidth allocation supports critical tasks — video meetings, cloud access, coding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Stress-aware monitoring improves workload balancing and employee productivity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Research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</a:rPr>
              <a:t>Current limitations in office resource management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41732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Static Bandwidth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81912"/>
            <a:ext cx="3986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Fixed rules ignore real-time task priority — video calls lag during high traffic periods.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06240" cy="141732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4206240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14300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Energy Wastage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581912"/>
            <a:ext cx="3986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Lights, cooling &amp; devices stay active during low-occupancy or idle office periods.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206240" cy="141732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4206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8892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Limited Workload Visibility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227832"/>
            <a:ext cx="3986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Managers cannot quickly identify stress or workload intensity across employees.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206240" cy="141732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88920"/>
            <a:ext cx="4206240" cy="38404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788920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Decisions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3227832"/>
            <a:ext cx="3986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IT and facility teams intervene manually — slow response, no adaptive intelligence.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 — Reduced productivity, network congestion, inefficient energy usage &amp; higher operational effort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Main Objective &amp; Sub-Objectives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</a:rPr>
              <a:t>Main Objective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 develop an AI-enabled smart office system that optimizes energy usage, detects employee stress, and dynamically allocates network bandwidth based on real-time workload and environmental conditions.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217627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Collect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3591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Environmental sensor &amp; user activity data via IoT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313639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Detect Stress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31927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Face-based ML stress classification: Low/Normal/High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31920"/>
            <a:ext cx="64008" cy="8229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4096512"/>
            <a:ext cx="457200" cy="45720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Classify Workload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27939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Task type &amp; intensity: Low / Medium / High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01168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011680"/>
            <a:ext cx="64008" cy="8229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2176272"/>
            <a:ext cx="457200" cy="45720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Predict Bandwidth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35915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Regression model → optimal allocation per process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97180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971800"/>
            <a:ext cx="64008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37176" y="3136392"/>
            <a:ext cx="457200" cy="4572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Optimize Energy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31927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Reduce idle power usage in office zones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93192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3192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37176" y="409651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4279392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Visualize all decisions in a real-time cloud UI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Overall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System flow from input data to smart office decisions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B4D8"/>
                </a:solidFill>
              </a:rPr>
              <a:t>Input 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77F00"/>
                </a:solidFill>
              </a:rPr>
              <a:t>AI / Processing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72200" y="1005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B4D8"/>
                </a:solidFill>
              </a:rPr>
              <a:t>Output / Action Layer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2651760" cy="658368"/>
          </a:xfrm>
          <a:prstGeom prst="rect">
            <a:avLst/>
          </a:prstGeom>
          <a:solidFill>
            <a:srgbClr val="EAF6F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716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IoT Sensors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Temp • Humidity • Power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07792" y="1371600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2651760" cy="658368"/>
          </a:xfrm>
          <a:prstGeom prst="rect">
            <a:avLst/>
          </a:prstGeom>
          <a:solidFill>
            <a:srgbClr val="EAF6F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1945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Camera Feed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Face Frames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07792" y="2194560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2651760" cy="658368"/>
          </a:xfrm>
          <a:prstGeom prst="rect">
            <a:avLst/>
          </a:prstGeom>
          <a:solidFill>
            <a:srgbClr val="EAF6F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017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Activity &amp; Network Logs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Tasks • Usage • QoS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07792" y="3017520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4680" y="1298448"/>
            <a:ext cx="27432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4680" y="12984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Energy Optimizer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25312" y="1298448"/>
            <a:ext cx="201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54680" y="2011680"/>
            <a:ext cx="27432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2011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Stress Detector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25312" y="2011680"/>
            <a:ext cx="201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54680" y="2724912"/>
            <a:ext cx="2743200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154680" y="27249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Task Classifier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25312" y="2724912"/>
            <a:ext cx="201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54680" y="3438144"/>
            <a:ext cx="2743200" cy="56692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54680" y="34381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Workload Analyzer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25312" y="3438144"/>
            <a:ext cx="201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54680" y="4151376"/>
            <a:ext cx="27432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54680" y="41513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Bandwidth Predictor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25312" y="4151376"/>
            <a:ext cx="201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44768" y="1298448"/>
            <a:ext cx="2743200" cy="685800"/>
          </a:xfrm>
          <a:prstGeom prst="rect">
            <a:avLst/>
          </a:prstGeom>
          <a:solidFill>
            <a:srgbClr val="EAF6FB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12984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Dashboard &amp; Alerts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44768" y="2167128"/>
            <a:ext cx="2743200" cy="685800"/>
          </a:xfrm>
          <a:prstGeom prst="rect">
            <a:avLst/>
          </a:prstGeom>
          <a:solidFill>
            <a:srgbClr val="EAF6FB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21671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Energy Control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HVAC / Lighting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44768" y="3035808"/>
            <a:ext cx="2743200" cy="685800"/>
          </a:xfrm>
          <a:prstGeom prst="rect">
            <a:avLst/>
          </a:prstGeom>
          <a:solidFill>
            <a:srgbClr val="EAF6FB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30358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QoS / SD-WAN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Bandwidth Rules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44768" y="3904488"/>
            <a:ext cx="2743200" cy="685800"/>
          </a:xfrm>
          <a:prstGeom prst="rect">
            <a:avLst/>
          </a:prstGeom>
          <a:solidFill>
            <a:srgbClr val="EAF6FB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904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Feedback Loop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Performance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54680" y="4846320"/>
            <a:ext cx="5733288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4709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77F00"/>
                </a:solidFill>
              </a:rPr>
              <a:t>← closed-loop improvement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PP1 Progress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</a:rPr>
              <a:t>What has been completed after proposal acceptance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2029968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202996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2529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993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Target Completion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87168" y="1115568"/>
            <a:ext cx="2029968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1115568"/>
            <a:ext cx="202996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22529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87168" y="1993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ML Notebooks Built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0016" y="1115568"/>
            <a:ext cx="2029968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115568"/>
            <a:ext cx="2029968" cy="1097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22529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00016" y="1993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Records Processed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12864" y="1115568"/>
            <a:ext cx="2029968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12864" y="1115568"/>
            <a:ext cx="2029968" cy="10972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122529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912864" y="1993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Evidence Ready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420624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51760"/>
            <a:ext cx="4206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517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Completed 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09067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Dataset loading &amp; preprocessing • ML model training &amp; comparison • Initial testing • Partial pipeline • Dashboard concept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651760"/>
            <a:ext cx="420624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651760"/>
            <a:ext cx="4206240" cy="38404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6517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Progress 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090672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Real-time data integration • QoS/SD-WAN control simulation • Feedback loop tuning • Final dashboard connection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Component 1 — IoT-Based Energy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IT22315700 | Shaethayine R  —  Your Component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1325880"/>
          </a:xfrm>
          <a:prstGeom prst="rect">
            <a:avLst/>
          </a:prstGeom>
          <a:solidFill>
            <a:srgbClr val="EAF6FB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2615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Reduce unnecessary power usage by analysing environmental and office-usage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834640" cy="1325880"/>
          </a:xfrm>
          <a:prstGeom prst="rect">
            <a:avLst/>
          </a:prstGeom>
          <a:solidFill>
            <a:srgbClr val="EAF6FB"/>
          </a:solidFill>
          <a:ln w="1524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8346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Input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1481328"/>
            <a:ext cx="2615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Temperature, humidity, occupancy/activity, power consumption and device usage values.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834640" cy="1325880"/>
          </a:xfrm>
          <a:prstGeom prst="rect">
            <a:avLst/>
          </a:prstGeom>
          <a:solidFill>
            <a:srgbClr val="EAF6FB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28346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1481328"/>
            <a:ext cx="2615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Energy state recommendation (Optimize / Reduce / Maintain) and monitoring dashboard for office zones.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20574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786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Sensor Data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2578608"/>
            <a:ext cx="164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96312" y="2578608"/>
            <a:ext cx="205740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25786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Preprocessing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53712" y="2578608"/>
            <a:ext cx="164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18304" y="2578608"/>
            <a:ext cx="20574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5786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ML Energy Model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75704" y="2578608"/>
            <a:ext cx="164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0296" y="2578608"/>
            <a:ext cx="2057400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25786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Energy Decision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3273552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Environmental Monitor notebook implemented using 100,000 office sensor records (temp, humidity, power, occupancy)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Preprocessing: StandardScaler + label encoding, 30 features engineered — 5 ML models trained and compared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Best model: Random Forest — 83.21% test accuracy, classifying 9 energy state labels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Energy Optimization — Implementation Progress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2996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2996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83664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5A7"/>
                </a:solidFill>
              </a:rPr>
              <a:t>environmental records processed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051560"/>
            <a:ext cx="202996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1051560"/>
            <a:ext cx="2029968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11556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78608" y="1883664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5A7"/>
                </a:solidFill>
              </a:rPr>
              <a:t>final engineered 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1051560"/>
            <a:ext cx="202996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051560"/>
            <a:ext cx="2029968" cy="91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11556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83.21%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91456" y="1883664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5A7"/>
                </a:solidFill>
              </a:rPr>
              <a:t>Random Forest test accuracy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12864" y="1051560"/>
            <a:ext cx="202996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12864" y="1051560"/>
            <a:ext cx="2029968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111556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04304" y="1883664"/>
            <a:ext cx="1847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5A7"/>
                </a:solidFill>
              </a:rPr>
              <a:t>labels / output decisions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633472"/>
            <a:ext cx="42062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33472"/>
            <a:ext cx="4206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633472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Completed Pipeline ✓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3044952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Data cleaning → feature engineering → train/test split → model comparison → best model selection.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633472"/>
            <a:ext cx="42062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633472"/>
            <a:ext cx="4206240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633472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Will Be Shown 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56048" y="3044952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Live notebook run: accuracy chart, confusion matrix, and energy state prediction per office zone.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69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Energy Optimization module is fully functional as a standalone prototype — ready for system integration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Component 2 — Dynamic Bandwidth Allocation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IT22315700 | Shaethayine R  —  Your Component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1188720"/>
          </a:xfrm>
          <a:prstGeom prst="rect">
            <a:avLst/>
          </a:prstGeom>
          <a:solidFill>
            <a:srgbClr val="EAF6FB"/>
          </a:solidFill>
          <a:ln w="1524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206240" cy="34747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Problem Solved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Static bandwidth allocation cannot prioritise video calls, cloud work, downloads and development tasks correctly.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78992"/>
            <a:ext cx="4206240" cy="1188720"/>
          </a:xfrm>
          <a:prstGeom prst="rect">
            <a:avLst/>
          </a:prstGeom>
          <a:solidFill>
            <a:srgbClr val="EAF6FB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78992"/>
            <a:ext cx="4206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07899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Approach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56048" y="1463040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Predict required bandwidth allocation from task category, priority, CPU/memory usage and network congestion.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450592"/>
            <a:ext cx="1627632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45059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Type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56232" y="2450592"/>
            <a:ext cx="155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5A7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11680" y="2450592"/>
            <a:ext cx="1627632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45059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Workload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39312" y="2450592"/>
            <a:ext cx="155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5A7"/>
                </a:solidFill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94760" y="2450592"/>
            <a:ext cx="1627632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45059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Network Congestion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22392" y="2450592"/>
            <a:ext cx="155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5A7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77840" y="2450592"/>
            <a:ext cx="1627632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45059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Priority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05472" y="2450592"/>
            <a:ext cx="155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5A7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60920" y="2450592"/>
            <a:ext cx="1627632" cy="56692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245059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Predicted Bandwidth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154680"/>
            <a:ext cx="8595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Trained on bandwidth_allocation_train/test.csv — target: optimal_allocation_percent (regression task)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Best model: Random Forest / Gradient Boosting with R² &gt; 0.80 target — 5-fold cross-validation applied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Process-specific thresholds defined: video call, gaming, cloud work, file transfer — QoS/SD-WAN enforcement planned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Bandwidth Model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</a:rPr>
              <a:t>Multi-model flow used in the prototype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170432"/>
            <a:ext cx="7818120" cy="67665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170432"/>
            <a:ext cx="64008" cy="6766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Task Classifier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149961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7"/>
                </a:solidFill>
              </a:rPr>
              <a:t>Identifies task: video call, browser, coding, file transfer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828800"/>
            <a:ext cx="54864" cy="18288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84832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2066544"/>
            <a:ext cx="7818120" cy="67665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066544"/>
            <a:ext cx="64008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084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Workload Analyzer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5568" y="239572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7"/>
                </a:solidFill>
              </a:rPr>
              <a:t>Classifies employee workload: Low / Medium / High intensity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724912"/>
            <a:ext cx="54864" cy="182880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80944"/>
            <a:ext cx="640080" cy="6400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80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5840" y="2962656"/>
            <a:ext cx="7818120" cy="67665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962656"/>
            <a:ext cx="64008" cy="67665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2980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Bandwidth Predictor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15568" y="32918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7"/>
                </a:solidFill>
              </a:rPr>
              <a:t>Regression model predicts optimal allocation % / Mbps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621024"/>
            <a:ext cx="54864" cy="182880"/>
          </a:xfrm>
          <a:prstGeom prst="rect">
            <a:avLst/>
          </a:prstGeom>
          <a:solidFill>
            <a:srgbClr val="F77F00">
              <a:alpha val="50000"/>
            </a:srgbClr>
          </a:solidFill>
          <a:ln w="12700">
            <a:solidFill>
              <a:srgbClr val="F77F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877056"/>
            <a:ext cx="640080" cy="64008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05840" y="3858768"/>
            <a:ext cx="7818120" cy="67665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858768"/>
            <a:ext cx="64008" cy="67665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38770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Feedback Evaluator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15568" y="41879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A7"/>
                </a:solidFill>
              </a:rPr>
              <a:t>Checks post-allocation: latency, packet loss, QoS satisfaction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Status — All 4 notebooks implemented. Task Classifier 74.86% acc. Closed-loop pipeline complete.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5010912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Task Classification &amp; Workload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06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51560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 Classifier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100k workplace activity records. Models compared: KNN, AdaBoost, GradientBoosting. Best: Logistic Regression — 74.86% accuracy.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2062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420624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051560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Workload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463040"/>
            <a:ext cx="3986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CPU, memory, task type &amp; network features → Low/Medium/High workload label. Output feeds bandwidth predictor and stress scheduler.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202996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57860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33649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activity records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2514600"/>
            <a:ext cx="202996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87168" y="257860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78608" y="33649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training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0016" y="2514600"/>
            <a:ext cx="2029968" cy="1508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0016" y="257860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74.86%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91456" y="33649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task classifier accuracy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12864" y="2514600"/>
            <a:ext cx="2029968" cy="1508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12864" y="2578608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/High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04304" y="33649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workload classes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Component 3 — Face-Based Stress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IT22564672 | M.A.H.S. Thathsarani  —  Demonstrated at PP1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834640" cy="1325880"/>
          </a:xfrm>
          <a:prstGeom prst="rect">
            <a:avLst/>
          </a:prstGeom>
          <a:solidFill>
            <a:srgbClr val="EAF6FB"/>
          </a:solidFill>
          <a:ln w="1524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2834640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Purpose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2615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Detect employee stress level using live camera face input and pre-trained machine learning classifier.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834640" cy="1325880"/>
          </a:xfrm>
          <a:prstGeom prst="rect">
            <a:avLst/>
          </a:prstGeom>
          <a:solidFill>
            <a:srgbClr val="EAF6FB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78992"/>
            <a:ext cx="28346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Approach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1463040"/>
            <a:ext cx="2615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Camera captures face → OpenCV detects face region → pre-trained ML model classifies stress.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2834640" cy="1325880"/>
          </a:xfrm>
          <a:prstGeom prst="rect">
            <a:avLst/>
          </a:prstGeom>
          <a:solidFill>
            <a:srgbClr val="EAF6FB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78992"/>
            <a:ext cx="28346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1463040"/>
            <a:ext cx="261518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Low / Normal / High stress label sent in real-time to dashboard and task allocation logic.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2057400" cy="56692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03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Camera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2560320"/>
            <a:ext cx="164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96312" y="2560320"/>
            <a:ext cx="20574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25603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3712" y="2560320"/>
            <a:ext cx="164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18304" y="2560320"/>
            <a:ext cx="20574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25603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Classifier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75704" y="2560320"/>
            <a:ext cx="164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5A7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0296" y="2560320"/>
            <a:ext cx="2057400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25603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Stress Level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8595360" cy="4754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918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🎥  LIVE DEMO at PP1 — Camera feed → OpenCV face detection → pre-trained ML model → real-time stress label 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3858768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Dashboard displays Low / Normal / High stress in real time — triggers task rebalancing module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Pre-trained model validated on facial expression dataset — stress levels linked to workload and performance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&amp; Monitoring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</a:rPr>
              <a:t>How outputs will be presented to users — 3 dashboard views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Manager 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Employee stress levels, workload state, task load and alert indicators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834640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83464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IT 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463040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Bandwidth allocation, congestion level, latency &amp; QoS decision 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834640" cy="123444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834640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Facility 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1463040"/>
            <a:ext cx="2615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Energy consumption, environmental readings and optimization recommendations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859536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231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⬛  Smart Office Live Dashboard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205740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Stress: Normal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14600" y="2880360"/>
            <a:ext cx="20574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Workload: Medium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205740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Bandwidth: 47 Mbps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2880360"/>
            <a:ext cx="2057400" cy="5486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3720" y="28803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Energy: Optimized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320040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Alerts &amp; Reports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85876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High stress alert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Congestion warning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Energy usage trend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3566160"/>
            <a:ext cx="5212080" cy="868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3611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Decision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94760" y="385876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Allocate more bandwidth to video call and reduce idle energy load in zones B &amp; 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Implementation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6052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5331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Python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14996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Model training, data preprocessing &amp; pipeline scripting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313432"/>
            <a:ext cx="416052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13432"/>
            <a:ext cx="64008" cy="10789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87752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3865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Scikit-learn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24128" y="27340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Classification &amp; regression models — RF, GBM, LR, SVM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416052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47872"/>
            <a:ext cx="64008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82219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6210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OpenCV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3968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Real-time face detection for the stress detection module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078992"/>
            <a:ext cx="416052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78992"/>
            <a:ext cx="64008" cy="107899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353312"/>
            <a:ext cx="502920" cy="50292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Pandas / NumPy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58968" y="14996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Dataset cleaning, feature engineering &amp; transformation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313432"/>
            <a:ext cx="416052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313432"/>
            <a:ext cx="64008" cy="10789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587752"/>
            <a:ext cx="502920" cy="50292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8968" y="23865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Dashboard Stack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58968" y="27340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Prototype visualisation &amp; real-time monitoring UI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547872"/>
            <a:ext cx="416052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47872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8221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58968" y="36210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QoS / SD-WAN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58968" y="3968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Planned network control enforcement layer for bandwidth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Results &amp; Evidence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52144"/>
            <a:ext cx="566928" cy="5669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52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133856"/>
            <a:ext cx="7863840" cy="640080"/>
          </a:xfrm>
          <a:prstGeom prst="rect">
            <a:avLst/>
          </a:prstGeom>
          <a:solidFill>
            <a:srgbClr val="EAF6F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133856"/>
            <a:ext cx="54864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1521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Energy Model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1426464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Environmental data processed; Random Forest best model — 83.21%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1901952"/>
            <a:ext cx="7863840" cy="640080"/>
          </a:xfrm>
          <a:prstGeom prst="rect">
            <a:avLst/>
          </a:prstGeom>
          <a:solidFill>
            <a:srgbClr val="EAF6FB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1901952"/>
            <a:ext cx="54864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1920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Task Classifier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78992" y="2194560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Activity dataset trained and tested; Logistic Regression 74.86% — task prediction output generated.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566928" cy="566928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2670048"/>
            <a:ext cx="7863840" cy="640080"/>
          </a:xfrm>
          <a:prstGeom prst="rect">
            <a:avLst/>
          </a:prstGeom>
          <a:solidFill>
            <a:srgbClr val="EAF6FB"/>
          </a:solidFill>
          <a:ln w="10160">
            <a:solidFill>
              <a:srgbClr val="F77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670048"/>
            <a:ext cx="54864" cy="6400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26883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Bandwidth Model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78992" y="2962656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Regression prototype predicts optimal_allocation_percent from task and network features (R² &gt; 0.80 target).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566928" cy="566928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3438144"/>
            <a:ext cx="7863840" cy="640080"/>
          </a:xfrm>
          <a:prstGeom prst="rect">
            <a:avLst/>
          </a:prstGeom>
          <a:solidFill>
            <a:srgbClr val="EAF6FB"/>
          </a:solidFill>
          <a:ln w="10160">
            <a:solidFill>
              <a:srgbClr val="7B2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3438144"/>
            <a:ext cx="54864" cy="6400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34564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Stress Detector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78992" y="3730752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LIVE DEMO by IT22564672 (Thathsarani) — camera real-time stress: Low/Normal/High classification shown.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566928" cy="56692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0120" y="4206240"/>
            <a:ext cx="7863840" cy="640080"/>
          </a:xfrm>
          <a:prstGeom prst="rect">
            <a:avLst/>
          </a:prstGeom>
          <a:solidFill>
            <a:srgbClr val="EAF6FB"/>
          </a:solidFill>
          <a:ln w="10160">
            <a:solidFill>
              <a:srgbClr val="0D1B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4206240"/>
            <a:ext cx="54864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224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Dashboard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78992" y="4498848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5A7"/>
                </a:solidFill>
              </a:rPr>
              <a:t>Stress / workload / bandwidth / energy status visualisation prepared and ready for demo.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Demo evidence: notebook output screenshots + live / recorded dashboard screens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5001768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Completion Status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Current completion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1078992"/>
            <a:ext cx="6217920" cy="29260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078992"/>
            <a:ext cx="3108960" cy="2926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87968" y="10515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</a:rPr>
              <a:t>50%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206240" cy="21214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36192"/>
            <a:ext cx="4206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3619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Completed 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1993392"/>
            <a:ext cx="398678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Data preprocessing &amp; feature engineering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ML model training &amp; comparison (all 4 notebooks)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Initial testing &amp; prototype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Dashboard concept &amp; design prepared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536192"/>
            <a:ext cx="4206240" cy="2121408"/>
          </a:xfrm>
          <a:prstGeom prst="rect">
            <a:avLst/>
          </a:prstGeom>
          <a:solidFill>
            <a:srgbClr val="FFFFFF"/>
          </a:solidFill>
          <a:ln w="1905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536192"/>
            <a:ext cx="4206240" cy="4114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53619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To Be Completed 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56048" y="1993392"/>
            <a:ext cx="398678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Real-time data integration from sensors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QoS / SD-WAN simulation for bandwidth control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Full dashboard connection &amp; live data feed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3E"/>
                </a:solidFill>
              </a:rPr>
              <a:t>Final evaluation &amp; performance benchmarking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67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</a:rPr>
              <a:t>Next 4 Weeks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1. Integrate all modules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2. Run real-time simulation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3. Improve model performance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4. Prepare PP2 full demo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F77F00">
              <a:alpha val="15000"/>
            </a:srgbClr>
          </a:solidFill>
          <a:ln w="12700">
            <a:solidFill>
              <a:srgbClr val="F77F0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200400"/>
            <a:ext cx="1828800" cy="1828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743200" y="2148840"/>
            <a:ext cx="3657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D8"/>
                </a:solidFill>
              </a:rPr>
              <a:t>Thank You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5A7"/>
                </a:solidFill>
              </a:rPr>
              <a:t>AI-Enabled Smart Office System with Cloud-Based Energy Optimization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5A7"/>
                </a:solidFill>
              </a:rPr>
              <a:t>Project ID: 25-26J-034  |  SLIIT Faculty of Computing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840480"/>
            <a:ext cx="347472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IT22315700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Shaethayine 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3840480"/>
            <a:ext cx="347472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IT22564672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M.A.H.S. Thathsarani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5A7"/>
                </a:solidFill>
              </a:rPr>
              <a:t>SLIIT | 25-26J-034 | PP1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bef7e19daa0d389b559f873c5a3e553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060a19f19fc398f1deb5a7ac3ca80118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828AFFD4-5A6C-447A-9774-4B00B98716C2}"/>
</file>

<file path=customXml/itemProps2.xml><?xml version="1.0" encoding="utf-8"?>
<ds:datastoreItem xmlns:ds="http://schemas.openxmlformats.org/officeDocument/2006/customXml" ds:itemID="{0021AE51-F4BE-4A56-8DCD-68D1D43E59A9}"/>
</file>

<file path=customXml/itemProps3.xml><?xml version="1.0" encoding="utf-8"?>
<ds:datastoreItem xmlns:ds="http://schemas.openxmlformats.org/officeDocument/2006/customXml" ds:itemID="{6DC925DC-ACBA-4CAE-A88E-9D692DFDB2C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2026-04-26T11:40:50Z</dcterms:created>
  <dcterms:modified xsi:type="dcterms:W3CDTF">2026-04-26T11:40:50Z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